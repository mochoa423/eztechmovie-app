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2" r:id="rId2"/>
    <p:sldId id="256" r:id="rId3"/>
    <p:sldId id="257" r:id="rId4"/>
    <p:sldId id="264" r:id="rId5"/>
    <p:sldId id="258" r:id="rId6"/>
    <p:sldId id="259" r:id="rId7"/>
    <p:sldId id="260"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1" d="100"/>
          <a:sy n="151" d="100"/>
        </p:scale>
        <p:origin x="2094" y="150"/>
      </p:cViewPr>
      <p:guideLst>
        <p:guide orient="horz" pos="2160"/>
        <p:guide pos="2880"/>
      </p:guideLst>
    </p:cSldViewPr>
  </p:slideViewPr>
  <p:notesTextViewPr>
    <p:cViewPr>
      <p:scale>
        <a:sx n="3" d="2"/>
        <a:sy n="3" d="2"/>
      </p:scale>
      <p:origin x="-6" y="-1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 Id="rId14" Type="http://schemas.openxmlformats.org/officeDocument/2006/relationships/image" Target="../media/image15.svg"/></Relationships>
</file>

<file path=ppt/diagrams/_rels/data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 Id="rId14" Type="http://schemas.openxmlformats.org/officeDocument/2006/relationships/image" Target="../media/image1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78BA8C-B473-46D6-9FC6-377F127C08B2}"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33C871D0-C86B-487B-9059-A118E65D57E9}">
      <dgm:prSet/>
      <dgm:spPr/>
      <dgm:t>
        <a:bodyPr/>
        <a:lstStyle/>
        <a:p>
          <a:pPr>
            <a:lnSpc>
              <a:spcPct val="100000"/>
            </a:lnSpc>
            <a:defRPr cap="all"/>
          </a:pPr>
          <a:r>
            <a:rPr lang="en-US"/>
            <a:t>Project Goal: Build a subscription-based movie streaming interface.</a:t>
          </a:r>
        </a:p>
      </dgm:t>
    </dgm:pt>
    <dgm:pt modelId="{CC1C4CD3-FA0D-48AF-AE2A-565E64F72DAB}" type="parTrans" cxnId="{7ABE844E-54A0-4E6E-B869-D77DFD6FB36E}">
      <dgm:prSet/>
      <dgm:spPr/>
      <dgm:t>
        <a:bodyPr/>
        <a:lstStyle/>
        <a:p>
          <a:endParaRPr lang="en-US"/>
        </a:p>
      </dgm:t>
    </dgm:pt>
    <dgm:pt modelId="{2F6AD345-76F7-4E5E-8D9B-525930767359}" type="sibTrans" cxnId="{7ABE844E-54A0-4E6E-B869-D77DFD6FB36E}">
      <dgm:prSet/>
      <dgm:spPr/>
      <dgm:t>
        <a:bodyPr/>
        <a:lstStyle/>
        <a:p>
          <a:pPr>
            <a:lnSpc>
              <a:spcPct val="100000"/>
            </a:lnSpc>
          </a:pPr>
          <a:endParaRPr lang="en-US"/>
        </a:p>
      </dgm:t>
    </dgm:pt>
    <dgm:pt modelId="{B6E4C192-7DEA-4DF9-9854-39C7BDF9E5ED}">
      <dgm:prSet/>
      <dgm:spPr/>
      <dgm:t>
        <a:bodyPr/>
        <a:lstStyle/>
        <a:p>
          <a:pPr>
            <a:lnSpc>
              <a:spcPct val="100000"/>
            </a:lnSpc>
            <a:defRPr cap="all"/>
          </a:pPr>
          <a:r>
            <a:rPr lang="en-US" dirty="0"/>
            <a:t>Key Features:</a:t>
          </a:r>
        </a:p>
      </dgm:t>
    </dgm:pt>
    <dgm:pt modelId="{F479C0FA-E7DE-4719-93F8-9F717F417689}" type="parTrans" cxnId="{6F00DF30-B06E-4456-926D-D3D85AEC07C9}">
      <dgm:prSet/>
      <dgm:spPr/>
      <dgm:t>
        <a:bodyPr/>
        <a:lstStyle/>
        <a:p>
          <a:endParaRPr lang="en-US"/>
        </a:p>
      </dgm:t>
    </dgm:pt>
    <dgm:pt modelId="{0481C954-5507-4191-95BC-836704C0491E}" type="sibTrans" cxnId="{6F00DF30-B06E-4456-926D-D3D85AEC07C9}">
      <dgm:prSet/>
      <dgm:spPr/>
      <dgm:t>
        <a:bodyPr/>
        <a:lstStyle/>
        <a:p>
          <a:pPr>
            <a:lnSpc>
              <a:spcPct val="100000"/>
            </a:lnSpc>
          </a:pPr>
          <a:endParaRPr lang="en-US"/>
        </a:p>
      </dgm:t>
    </dgm:pt>
    <dgm:pt modelId="{67AA87A2-B4E2-47A7-BB98-8D530EB0E59D}">
      <dgm:prSet/>
      <dgm:spPr/>
      <dgm:t>
        <a:bodyPr/>
        <a:lstStyle/>
        <a:p>
          <a:pPr>
            <a:lnSpc>
              <a:spcPct val="100000"/>
            </a:lnSpc>
            <a:defRPr cap="all"/>
          </a:pPr>
          <a:r>
            <a:rPr lang="en-US"/>
            <a:t>- User authentication (Sign Up / Login)</a:t>
          </a:r>
          <a:endParaRPr lang="en-US" dirty="0"/>
        </a:p>
      </dgm:t>
    </dgm:pt>
    <dgm:pt modelId="{A0CFD160-8E6B-4586-A096-712FF6942DF3}" type="parTrans" cxnId="{598C0DF7-E6FF-4BAA-B3D5-506F6D64A47A}">
      <dgm:prSet/>
      <dgm:spPr/>
      <dgm:t>
        <a:bodyPr/>
        <a:lstStyle/>
        <a:p>
          <a:endParaRPr lang="en-US"/>
        </a:p>
      </dgm:t>
    </dgm:pt>
    <dgm:pt modelId="{2EA34D25-A7BE-4E1D-8D4C-E325D8962F9A}" type="sibTrans" cxnId="{598C0DF7-E6FF-4BAA-B3D5-506F6D64A47A}">
      <dgm:prSet/>
      <dgm:spPr/>
      <dgm:t>
        <a:bodyPr/>
        <a:lstStyle/>
        <a:p>
          <a:pPr>
            <a:lnSpc>
              <a:spcPct val="100000"/>
            </a:lnSpc>
          </a:pPr>
          <a:endParaRPr lang="en-US"/>
        </a:p>
      </dgm:t>
    </dgm:pt>
    <dgm:pt modelId="{AFFFBAA9-1F8C-47D7-B93E-F2A38F79EDD3}">
      <dgm:prSet/>
      <dgm:spPr/>
      <dgm:t>
        <a:bodyPr/>
        <a:lstStyle/>
        <a:p>
          <a:pPr>
            <a:lnSpc>
              <a:spcPct val="100000"/>
            </a:lnSpc>
            <a:defRPr cap="all"/>
          </a:pPr>
          <a:r>
            <a:rPr lang="en-US"/>
            <a:t>- Movie browsing and search</a:t>
          </a:r>
          <a:endParaRPr lang="en-US" dirty="0"/>
        </a:p>
      </dgm:t>
    </dgm:pt>
    <dgm:pt modelId="{878ABA14-605A-4DF2-B645-4ECC6B060095}" type="parTrans" cxnId="{30B6EAA5-4632-455A-9E26-6226333E71DF}">
      <dgm:prSet/>
      <dgm:spPr/>
      <dgm:t>
        <a:bodyPr/>
        <a:lstStyle/>
        <a:p>
          <a:endParaRPr lang="en-US"/>
        </a:p>
      </dgm:t>
    </dgm:pt>
    <dgm:pt modelId="{BC6450EE-5674-4106-B224-32FEA75F5050}" type="sibTrans" cxnId="{30B6EAA5-4632-455A-9E26-6226333E71DF}">
      <dgm:prSet/>
      <dgm:spPr/>
      <dgm:t>
        <a:bodyPr/>
        <a:lstStyle/>
        <a:p>
          <a:pPr>
            <a:lnSpc>
              <a:spcPct val="100000"/>
            </a:lnSpc>
          </a:pPr>
          <a:endParaRPr lang="en-US"/>
        </a:p>
      </dgm:t>
    </dgm:pt>
    <dgm:pt modelId="{5A018B9F-E702-452A-A31C-E40C36A6A94F}">
      <dgm:prSet/>
      <dgm:spPr/>
      <dgm:t>
        <a:bodyPr/>
        <a:lstStyle/>
        <a:p>
          <a:pPr>
            <a:lnSpc>
              <a:spcPct val="100000"/>
            </a:lnSpc>
            <a:defRPr cap="all"/>
          </a:pPr>
          <a:r>
            <a:rPr lang="en-US"/>
            <a:t>- Add/remove movies to cart</a:t>
          </a:r>
        </a:p>
      </dgm:t>
    </dgm:pt>
    <dgm:pt modelId="{9F505615-F749-44D7-8B0C-DDBBDD7027B5}" type="parTrans" cxnId="{C0AD42E6-0989-4BC0-9757-88D451CDA520}">
      <dgm:prSet/>
      <dgm:spPr/>
      <dgm:t>
        <a:bodyPr/>
        <a:lstStyle/>
        <a:p>
          <a:endParaRPr lang="en-US"/>
        </a:p>
      </dgm:t>
    </dgm:pt>
    <dgm:pt modelId="{9EE8D725-DB2D-4F7A-9331-44014A75FE02}" type="sibTrans" cxnId="{C0AD42E6-0989-4BC0-9757-88D451CDA520}">
      <dgm:prSet/>
      <dgm:spPr/>
      <dgm:t>
        <a:bodyPr/>
        <a:lstStyle/>
        <a:p>
          <a:pPr>
            <a:lnSpc>
              <a:spcPct val="100000"/>
            </a:lnSpc>
          </a:pPr>
          <a:endParaRPr lang="en-US"/>
        </a:p>
      </dgm:t>
    </dgm:pt>
    <dgm:pt modelId="{65A0FFAE-FAC9-4EFD-868F-5D944BB05A48}">
      <dgm:prSet/>
      <dgm:spPr/>
      <dgm:t>
        <a:bodyPr/>
        <a:lstStyle/>
        <a:p>
          <a:pPr>
            <a:lnSpc>
              <a:spcPct val="100000"/>
            </a:lnSpc>
            <a:defRPr cap="all"/>
          </a:pPr>
          <a:r>
            <a:rPr lang="en-US"/>
            <a:t>- Secure subscription and checkout</a:t>
          </a:r>
        </a:p>
      </dgm:t>
    </dgm:pt>
    <dgm:pt modelId="{99643B73-129A-4F3E-BBCD-2020593410C7}" type="parTrans" cxnId="{C9546860-8C5F-42E5-832F-943C2339A709}">
      <dgm:prSet/>
      <dgm:spPr/>
      <dgm:t>
        <a:bodyPr/>
        <a:lstStyle/>
        <a:p>
          <a:endParaRPr lang="en-US"/>
        </a:p>
      </dgm:t>
    </dgm:pt>
    <dgm:pt modelId="{6D31199E-6C65-43B1-A945-A74F3421FAB3}" type="sibTrans" cxnId="{C9546860-8C5F-42E5-832F-943C2339A709}">
      <dgm:prSet/>
      <dgm:spPr/>
      <dgm:t>
        <a:bodyPr/>
        <a:lstStyle/>
        <a:p>
          <a:pPr>
            <a:lnSpc>
              <a:spcPct val="100000"/>
            </a:lnSpc>
          </a:pPr>
          <a:endParaRPr lang="en-US"/>
        </a:p>
      </dgm:t>
    </dgm:pt>
    <dgm:pt modelId="{E230A1CE-2A23-4A73-9A24-E50A64E1BCB0}">
      <dgm:prSet/>
      <dgm:spPr/>
      <dgm:t>
        <a:bodyPr/>
        <a:lstStyle/>
        <a:p>
          <a:pPr>
            <a:lnSpc>
              <a:spcPct val="100000"/>
            </a:lnSpc>
            <a:defRPr cap="all"/>
          </a:pPr>
          <a:r>
            <a:rPr lang="en-US"/>
            <a:t>- Role-based routing and Google OAuth</a:t>
          </a:r>
        </a:p>
      </dgm:t>
    </dgm:pt>
    <dgm:pt modelId="{DE878DD8-E583-4C3E-BA0C-30816E5FF0E1}" type="parTrans" cxnId="{D85DCA12-FF30-420A-A96F-A1407A602E93}">
      <dgm:prSet/>
      <dgm:spPr/>
      <dgm:t>
        <a:bodyPr/>
        <a:lstStyle/>
        <a:p>
          <a:endParaRPr lang="en-US"/>
        </a:p>
      </dgm:t>
    </dgm:pt>
    <dgm:pt modelId="{64038240-CFC7-482D-B9B7-0178771B8301}" type="sibTrans" cxnId="{D85DCA12-FF30-420A-A96F-A1407A602E93}">
      <dgm:prSet/>
      <dgm:spPr/>
      <dgm:t>
        <a:bodyPr/>
        <a:lstStyle/>
        <a:p>
          <a:endParaRPr lang="en-US"/>
        </a:p>
      </dgm:t>
    </dgm:pt>
    <dgm:pt modelId="{E2649587-A913-400D-A378-DA9325CF6CFE}" type="pres">
      <dgm:prSet presAssocID="{1278BA8C-B473-46D6-9FC6-377F127C08B2}" presName="root" presStyleCnt="0">
        <dgm:presLayoutVars>
          <dgm:dir/>
          <dgm:resizeHandles val="exact"/>
        </dgm:presLayoutVars>
      </dgm:prSet>
      <dgm:spPr/>
    </dgm:pt>
    <dgm:pt modelId="{62AF84D1-537C-470D-AA97-5DEA4BB6B844}" type="pres">
      <dgm:prSet presAssocID="{33C871D0-C86B-487B-9059-A118E65D57E9}" presName="compNode" presStyleCnt="0"/>
      <dgm:spPr/>
    </dgm:pt>
    <dgm:pt modelId="{E79304CD-24E5-4770-BCF0-F75B6A695C80}" type="pres">
      <dgm:prSet presAssocID="{33C871D0-C86B-487B-9059-A118E65D57E9}" presName="iconBgRect" presStyleLbl="bgShp" presStyleIdx="0" presStyleCnt="7"/>
      <dgm:spPr>
        <a:prstGeom prst="round2DiagRect">
          <a:avLst>
            <a:gd name="adj1" fmla="val 29727"/>
            <a:gd name="adj2" fmla="val 0"/>
          </a:avLst>
        </a:prstGeom>
      </dgm:spPr>
    </dgm:pt>
    <dgm:pt modelId="{066CAE26-70E2-411F-A4B0-C59AA185D172}" type="pres">
      <dgm:prSet presAssocID="{33C871D0-C86B-487B-9059-A118E65D57E9}"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lm strip"/>
        </a:ext>
      </dgm:extLst>
    </dgm:pt>
    <dgm:pt modelId="{ED9CBEC8-E91E-4C93-842C-06D3F5F1BBEB}" type="pres">
      <dgm:prSet presAssocID="{33C871D0-C86B-487B-9059-A118E65D57E9}" presName="spaceRect" presStyleCnt="0"/>
      <dgm:spPr/>
    </dgm:pt>
    <dgm:pt modelId="{BB62CDE2-3BCA-420B-A573-E76601BB8C95}" type="pres">
      <dgm:prSet presAssocID="{33C871D0-C86B-487B-9059-A118E65D57E9}" presName="textRect" presStyleLbl="revTx" presStyleIdx="0" presStyleCnt="7">
        <dgm:presLayoutVars>
          <dgm:chMax val="1"/>
          <dgm:chPref val="1"/>
        </dgm:presLayoutVars>
      </dgm:prSet>
      <dgm:spPr/>
    </dgm:pt>
    <dgm:pt modelId="{62B5101D-F104-45F6-B8D9-E76ED0F224F2}" type="pres">
      <dgm:prSet presAssocID="{2F6AD345-76F7-4E5E-8D9B-525930767359}" presName="sibTrans" presStyleCnt="0"/>
      <dgm:spPr/>
    </dgm:pt>
    <dgm:pt modelId="{30254B52-C1F3-431A-9C34-150B49894E52}" type="pres">
      <dgm:prSet presAssocID="{B6E4C192-7DEA-4DF9-9854-39C7BDF9E5ED}" presName="compNode" presStyleCnt="0"/>
      <dgm:spPr/>
    </dgm:pt>
    <dgm:pt modelId="{65081E04-EA4A-496D-8F77-DAF0BCA5E8DD}" type="pres">
      <dgm:prSet presAssocID="{B6E4C192-7DEA-4DF9-9854-39C7BDF9E5ED}" presName="iconBgRect" presStyleLbl="bgShp" presStyleIdx="1" presStyleCnt="7"/>
      <dgm:spPr>
        <a:prstGeom prst="round2DiagRect">
          <a:avLst>
            <a:gd name="adj1" fmla="val 29727"/>
            <a:gd name="adj2" fmla="val 0"/>
          </a:avLst>
        </a:prstGeom>
      </dgm:spPr>
    </dgm:pt>
    <dgm:pt modelId="{C47F7BE1-0D7E-430C-915E-4418C2CD12F6}" type="pres">
      <dgm:prSet presAssocID="{B6E4C192-7DEA-4DF9-9854-39C7BDF9E5ED}"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ey"/>
        </a:ext>
      </dgm:extLst>
    </dgm:pt>
    <dgm:pt modelId="{13B9DEB7-B295-4529-90B2-DD544B4B5E3B}" type="pres">
      <dgm:prSet presAssocID="{B6E4C192-7DEA-4DF9-9854-39C7BDF9E5ED}" presName="spaceRect" presStyleCnt="0"/>
      <dgm:spPr/>
    </dgm:pt>
    <dgm:pt modelId="{6F493B02-6D48-478B-815B-ACEC50138794}" type="pres">
      <dgm:prSet presAssocID="{B6E4C192-7DEA-4DF9-9854-39C7BDF9E5ED}" presName="textRect" presStyleLbl="revTx" presStyleIdx="1" presStyleCnt="7">
        <dgm:presLayoutVars>
          <dgm:chMax val="1"/>
          <dgm:chPref val="1"/>
        </dgm:presLayoutVars>
      </dgm:prSet>
      <dgm:spPr/>
    </dgm:pt>
    <dgm:pt modelId="{A1A1DD78-AB18-48A9-B57F-A5E3D4E9361A}" type="pres">
      <dgm:prSet presAssocID="{0481C954-5507-4191-95BC-836704C0491E}" presName="sibTrans" presStyleCnt="0"/>
      <dgm:spPr/>
    </dgm:pt>
    <dgm:pt modelId="{3FBC9C9F-4454-4EB7-AE75-F8A7D76DC3B8}" type="pres">
      <dgm:prSet presAssocID="{67AA87A2-B4E2-47A7-BB98-8D530EB0E59D}" presName="compNode" presStyleCnt="0"/>
      <dgm:spPr/>
    </dgm:pt>
    <dgm:pt modelId="{1AA175CE-D527-4802-AEEA-144A45A59459}" type="pres">
      <dgm:prSet presAssocID="{67AA87A2-B4E2-47A7-BB98-8D530EB0E59D}" presName="iconBgRect" presStyleLbl="bgShp" presStyleIdx="2" presStyleCnt="7"/>
      <dgm:spPr>
        <a:prstGeom prst="round2DiagRect">
          <a:avLst>
            <a:gd name="adj1" fmla="val 29727"/>
            <a:gd name="adj2" fmla="val 0"/>
          </a:avLst>
        </a:prstGeom>
      </dgm:spPr>
    </dgm:pt>
    <dgm:pt modelId="{866C57E4-C1B5-4021-8590-74996CDCDD9A}" type="pres">
      <dgm:prSet presAssocID="{67AA87A2-B4E2-47A7-BB98-8D530EB0E59D}"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nlock"/>
        </a:ext>
      </dgm:extLst>
    </dgm:pt>
    <dgm:pt modelId="{5FB2BC6D-707A-4558-8FE6-F54FDEFE3962}" type="pres">
      <dgm:prSet presAssocID="{67AA87A2-B4E2-47A7-BB98-8D530EB0E59D}" presName="spaceRect" presStyleCnt="0"/>
      <dgm:spPr/>
    </dgm:pt>
    <dgm:pt modelId="{37D7DC57-2EA1-4D00-8AD1-7812352B82F0}" type="pres">
      <dgm:prSet presAssocID="{67AA87A2-B4E2-47A7-BB98-8D530EB0E59D}" presName="textRect" presStyleLbl="revTx" presStyleIdx="2" presStyleCnt="7">
        <dgm:presLayoutVars>
          <dgm:chMax val="1"/>
          <dgm:chPref val="1"/>
        </dgm:presLayoutVars>
      </dgm:prSet>
      <dgm:spPr/>
    </dgm:pt>
    <dgm:pt modelId="{FD654463-DEA1-4CB4-B5A4-42859B24D2B8}" type="pres">
      <dgm:prSet presAssocID="{2EA34D25-A7BE-4E1D-8D4C-E325D8962F9A}" presName="sibTrans" presStyleCnt="0"/>
      <dgm:spPr/>
    </dgm:pt>
    <dgm:pt modelId="{9D8D6612-CD93-48C4-A3C2-64E0ABEEEA85}" type="pres">
      <dgm:prSet presAssocID="{AFFFBAA9-1F8C-47D7-B93E-F2A38F79EDD3}" presName="compNode" presStyleCnt="0"/>
      <dgm:spPr/>
    </dgm:pt>
    <dgm:pt modelId="{1EDF6BA5-45C6-4E78-B746-28F09E6C55C8}" type="pres">
      <dgm:prSet presAssocID="{AFFFBAA9-1F8C-47D7-B93E-F2A38F79EDD3}" presName="iconBgRect" presStyleLbl="bgShp" presStyleIdx="3" presStyleCnt="7"/>
      <dgm:spPr>
        <a:prstGeom prst="round2DiagRect">
          <a:avLst>
            <a:gd name="adj1" fmla="val 29727"/>
            <a:gd name="adj2" fmla="val 0"/>
          </a:avLst>
        </a:prstGeom>
      </dgm:spPr>
    </dgm:pt>
    <dgm:pt modelId="{CE0409A3-BF85-4D1D-8B22-D0F7C9EF85CB}" type="pres">
      <dgm:prSet presAssocID="{AFFFBAA9-1F8C-47D7-B93E-F2A38F79EDD3}"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gnifying glass"/>
        </a:ext>
      </dgm:extLst>
    </dgm:pt>
    <dgm:pt modelId="{33CB651E-2FF1-4FF5-AA67-79DC7A671762}" type="pres">
      <dgm:prSet presAssocID="{AFFFBAA9-1F8C-47D7-B93E-F2A38F79EDD3}" presName="spaceRect" presStyleCnt="0"/>
      <dgm:spPr/>
    </dgm:pt>
    <dgm:pt modelId="{2B495BFE-D2B4-425D-A134-4D4631718ADB}" type="pres">
      <dgm:prSet presAssocID="{AFFFBAA9-1F8C-47D7-B93E-F2A38F79EDD3}" presName="textRect" presStyleLbl="revTx" presStyleIdx="3" presStyleCnt="7">
        <dgm:presLayoutVars>
          <dgm:chMax val="1"/>
          <dgm:chPref val="1"/>
        </dgm:presLayoutVars>
      </dgm:prSet>
      <dgm:spPr/>
    </dgm:pt>
    <dgm:pt modelId="{72F1965A-37FF-4AE3-8830-5FAC20F0F02F}" type="pres">
      <dgm:prSet presAssocID="{BC6450EE-5674-4106-B224-32FEA75F5050}" presName="sibTrans" presStyleCnt="0"/>
      <dgm:spPr/>
    </dgm:pt>
    <dgm:pt modelId="{0AAC9C7B-2478-4AEB-B312-571B9745A146}" type="pres">
      <dgm:prSet presAssocID="{5A018B9F-E702-452A-A31C-E40C36A6A94F}" presName="compNode" presStyleCnt="0"/>
      <dgm:spPr/>
    </dgm:pt>
    <dgm:pt modelId="{6732A88B-01A2-4C42-AA26-F8B9C25A2E8D}" type="pres">
      <dgm:prSet presAssocID="{5A018B9F-E702-452A-A31C-E40C36A6A94F}" presName="iconBgRect" presStyleLbl="bgShp" presStyleIdx="4" presStyleCnt="7"/>
      <dgm:spPr>
        <a:prstGeom prst="round2DiagRect">
          <a:avLst>
            <a:gd name="adj1" fmla="val 29727"/>
            <a:gd name="adj2" fmla="val 0"/>
          </a:avLst>
        </a:prstGeom>
      </dgm:spPr>
    </dgm:pt>
    <dgm:pt modelId="{BC78066C-91C9-4A9C-ABEF-22FA6C0FDC33}" type="pres">
      <dgm:prSet presAssocID="{5A018B9F-E702-452A-A31C-E40C36A6A94F}"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opcorn"/>
        </a:ext>
      </dgm:extLst>
    </dgm:pt>
    <dgm:pt modelId="{919BA81D-86E3-46C9-B4AA-7F456784B3E0}" type="pres">
      <dgm:prSet presAssocID="{5A018B9F-E702-452A-A31C-E40C36A6A94F}" presName="spaceRect" presStyleCnt="0"/>
      <dgm:spPr/>
    </dgm:pt>
    <dgm:pt modelId="{C2A02E28-EB21-4588-B8D6-88B306A2279F}" type="pres">
      <dgm:prSet presAssocID="{5A018B9F-E702-452A-A31C-E40C36A6A94F}" presName="textRect" presStyleLbl="revTx" presStyleIdx="4" presStyleCnt="7">
        <dgm:presLayoutVars>
          <dgm:chMax val="1"/>
          <dgm:chPref val="1"/>
        </dgm:presLayoutVars>
      </dgm:prSet>
      <dgm:spPr/>
    </dgm:pt>
    <dgm:pt modelId="{F9A5F3E9-407A-4903-A6B0-38DB30054B99}" type="pres">
      <dgm:prSet presAssocID="{9EE8D725-DB2D-4F7A-9331-44014A75FE02}" presName="sibTrans" presStyleCnt="0"/>
      <dgm:spPr/>
    </dgm:pt>
    <dgm:pt modelId="{BA38D72F-235E-404E-90CE-9F6048166355}" type="pres">
      <dgm:prSet presAssocID="{65A0FFAE-FAC9-4EFD-868F-5D944BB05A48}" presName="compNode" presStyleCnt="0"/>
      <dgm:spPr/>
    </dgm:pt>
    <dgm:pt modelId="{4B4CA6D1-30FA-46D6-9B2B-2C10A1CC5D6B}" type="pres">
      <dgm:prSet presAssocID="{65A0FFAE-FAC9-4EFD-868F-5D944BB05A48}" presName="iconBgRect" presStyleLbl="bgShp" presStyleIdx="5" presStyleCnt="7"/>
      <dgm:spPr>
        <a:prstGeom prst="round2DiagRect">
          <a:avLst>
            <a:gd name="adj1" fmla="val 29727"/>
            <a:gd name="adj2" fmla="val 0"/>
          </a:avLst>
        </a:prstGeom>
      </dgm:spPr>
    </dgm:pt>
    <dgm:pt modelId="{F7732E40-6578-4947-A1B9-8827F8E3009B}" type="pres">
      <dgm:prSet presAssocID="{65A0FFAE-FAC9-4EFD-868F-5D944BB05A48}"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ank Check"/>
        </a:ext>
      </dgm:extLst>
    </dgm:pt>
    <dgm:pt modelId="{CD5BC925-A564-4C10-A3E9-C666F14D6862}" type="pres">
      <dgm:prSet presAssocID="{65A0FFAE-FAC9-4EFD-868F-5D944BB05A48}" presName="spaceRect" presStyleCnt="0"/>
      <dgm:spPr/>
    </dgm:pt>
    <dgm:pt modelId="{30552F83-2E78-4BA2-AD47-F0AD32A9C919}" type="pres">
      <dgm:prSet presAssocID="{65A0FFAE-FAC9-4EFD-868F-5D944BB05A48}" presName="textRect" presStyleLbl="revTx" presStyleIdx="5" presStyleCnt="7">
        <dgm:presLayoutVars>
          <dgm:chMax val="1"/>
          <dgm:chPref val="1"/>
        </dgm:presLayoutVars>
      </dgm:prSet>
      <dgm:spPr/>
    </dgm:pt>
    <dgm:pt modelId="{B070DA58-81F4-4D5A-8ECE-70F24E5030E2}" type="pres">
      <dgm:prSet presAssocID="{6D31199E-6C65-43B1-A945-A74F3421FAB3}" presName="sibTrans" presStyleCnt="0"/>
      <dgm:spPr/>
    </dgm:pt>
    <dgm:pt modelId="{58BA0AB4-F9A6-480E-B89F-CAC7C5DAEBB7}" type="pres">
      <dgm:prSet presAssocID="{E230A1CE-2A23-4A73-9A24-E50A64E1BCB0}" presName="compNode" presStyleCnt="0"/>
      <dgm:spPr/>
    </dgm:pt>
    <dgm:pt modelId="{2CD21450-9C3A-4ABF-BC9B-3C71BCE010C0}" type="pres">
      <dgm:prSet presAssocID="{E230A1CE-2A23-4A73-9A24-E50A64E1BCB0}" presName="iconBgRect" presStyleLbl="bgShp" presStyleIdx="6" presStyleCnt="7"/>
      <dgm:spPr>
        <a:prstGeom prst="round2DiagRect">
          <a:avLst>
            <a:gd name="adj1" fmla="val 29727"/>
            <a:gd name="adj2" fmla="val 0"/>
          </a:avLst>
        </a:prstGeom>
      </dgm:spPr>
    </dgm:pt>
    <dgm:pt modelId="{77C28943-6514-44AD-9C0F-F4866AF08CF0}" type="pres">
      <dgm:prSet presAssocID="{E230A1CE-2A23-4A73-9A24-E50A64E1BCB0}"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Lock"/>
        </a:ext>
      </dgm:extLst>
    </dgm:pt>
    <dgm:pt modelId="{82B450B2-9969-40FE-B267-D6B9C5465CD8}" type="pres">
      <dgm:prSet presAssocID="{E230A1CE-2A23-4A73-9A24-E50A64E1BCB0}" presName="spaceRect" presStyleCnt="0"/>
      <dgm:spPr/>
    </dgm:pt>
    <dgm:pt modelId="{C3AB3CF2-52E5-4574-827C-1D5203B0CD90}" type="pres">
      <dgm:prSet presAssocID="{E230A1CE-2A23-4A73-9A24-E50A64E1BCB0}" presName="textRect" presStyleLbl="revTx" presStyleIdx="6" presStyleCnt="7">
        <dgm:presLayoutVars>
          <dgm:chMax val="1"/>
          <dgm:chPref val="1"/>
        </dgm:presLayoutVars>
      </dgm:prSet>
      <dgm:spPr/>
    </dgm:pt>
  </dgm:ptLst>
  <dgm:cxnLst>
    <dgm:cxn modelId="{D85DCA12-FF30-420A-A96F-A1407A602E93}" srcId="{1278BA8C-B473-46D6-9FC6-377F127C08B2}" destId="{E230A1CE-2A23-4A73-9A24-E50A64E1BCB0}" srcOrd="6" destOrd="0" parTransId="{DE878DD8-E583-4C3E-BA0C-30816E5FF0E1}" sibTransId="{64038240-CFC7-482D-B9B7-0178771B8301}"/>
    <dgm:cxn modelId="{1B0A941F-1B70-4A85-944E-B6E861AAC347}" type="presOf" srcId="{65A0FFAE-FAC9-4EFD-868F-5D944BB05A48}" destId="{30552F83-2E78-4BA2-AD47-F0AD32A9C919}" srcOrd="0" destOrd="0" presId="urn:microsoft.com/office/officeart/2018/5/layout/IconLeafLabelList"/>
    <dgm:cxn modelId="{6F00DF30-B06E-4456-926D-D3D85AEC07C9}" srcId="{1278BA8C-B473-46D6-9FC6-377F127C08B2}" destId="{B6E4C192-7DEA-4DF9-9854-39C7BDF9E5ED}" srcOrd="1" destOrd="0" parTransId="{F479C0FA-E7DE-4719-93F8-9F717F417689}" sibTransId="{0481C954-5507-4191-95BC-836704C0491E}"/>
    <dgm:cxn modelId="{C9546860-8C5F-42E5-832F-943C2339A709}" srcId="{1278BA8C-B473-46D6-9FC6-377F127C08B2}" destId="{65A0FFAE-FAC9-4EFD-868F-5D944BB05A48}" srcOrd="5" destOrd="0" parTransId="{99643B73-129A-4F3E-BBCD-2020593410C7}" sibTransId="{6D31199E-6C65-43B1-A945-A74F3421FAB3}"/>
    <dgm:cxn modelId="{C4374C66-F4B5-49E5-B047-A60705A833B6}" type="presOf" srcId="{B6E4C192-7DEA-4DF9-9854-39C7BDF9E5ED}" destId="{6F493B02-6D48-478B-815B-ACEC50138794}" srcOrd="0" destOrd="0" presId="urn:microsoft.com/office/officeart/2018/5/layout/IconLeafLabelList"/>
    <dgm:cxn modelId="{EDC30A6D-B20B-410B-B3CF-B17573FAEEBC}" type="presOf" srcId="{67AA87A2-B4E2-47A7-BB98-8D530EB0E59D}" destId="{37D7DC57-2EA1-4D00-8AD1-7812352B82F0}" srcOrd="0" destOrd="0" presId="urn:microsoft.com/office/officeart/2018/5/layout/IconLeafLabelList"/>
    <dgm:cxn modelId="{7ABE844E-54A0-4E6E-B869-D77DFD6FB36E}" srcId="{1278BA8C-B473-46D6-9FC6-377F127C08B2}" destId="{33C871D0-C86B-487B-9059-A118E65D57E9}" srcOrd="0" destOrd="0" parTransId="{CC1C4CD3-FA0D-48AF-AE2A-565E64F72DAB}" sibTransId="{2F6AD345-76F7-4E5E-8D9B-525930767359}"/>
    <dgm:cxn modelId="{36F8CC56-150E-4CE4-BC2D-A1BEB5DD8E23}" type="presOf" srcId="{33C871D0-C86B-487B-9059-A118E65D57E9}" destId="{BB62CDE2-3BCA-420B-A573-E76601BB8C95}" srcOrd="0" destOrd="0" presId="urn:microsoft.com/office/officeart/2018/5/layout/IconLeafLabelList"/>
    <dgm:cxn modelId="{C9E9FB93-1C8E-443F-818F-E7E79819A18A}" type="presOf" srcId="{E230A1CE-2A23-4A73-9A24-E50A64E1BCB0}" destId="{C3AB3CF2-52E5-4574-827C-1D5203B0CD90}" srcOrd="0" destOrd="0" presId="urn:microsoft.com/office/officeart/2018/5/layout/IconLeafLabelList"/>
    <dgm:cxn modelId="{30B6EAA5-4632-455A-9E26-6226333E71DF}" srcId="{1278BA8C-B473-46D6-9FC6-377F127C08B2}" destId="{AFFFBAA9-1F8C-47D7-B93E-F2A38F79EDD3}" srcOrd="3" destOrd="0" parTransId="{878ABA14-605A-4DF2-B645-4ECC6B060095}" sibTransId="{BC6450EE-5674-4106-B224-32FEA75F5050}"/>
    <dgm:cxn modelId="{D06108DE-19E9-43D4-93C7-066B35038A53}" type="presOf" srcId="{AFFFBAA9-1F8C-47D7-B93E-F2A38F79EDD3}" destId="{2B495BFE-D2B4-425D-A134-4D4631718ADB}" srcOrd="0" destOrd="0" presId="urn:microsoft.com/office/officeart/2018/5/layout/IconLeafLabelList"/>
    <dgm:cxn modelId="{182867E4-3BB6-4DFC-9C18-31A75AA92FD1}" type="presOf" srcId="{5A018B9F-E702-452A-A31C-E40C36A6A94F}" destId="{C2A02E28-EB21-4588-B8D6-88B306A2279F}" srcOrd="0" destOrd="0" presId="urn:microsoft.com/office/officeart/2018/5/layout/IconLeafLabelList"/>
    <dgm:cxn modelId="{C0AD42E6-0989-4BC0-9757-88D451CDA520}" srcId="{1278BA8C-B473-46D6-9FC6-377F127C08B2}" destId="{5A018B9F-E702-452A-A31C-E40C36A6A94F}" srcOrd="4" destOrd="0" parTransId="{9F505615-F749-44D7-8B0C-DDBBDD7027B5}" sibTransId="{9EE8D725-DB2D-4F7A-9331-44014A75FE02}"/>
    <dgm:cxn modelId="{CCD9F5E6-B863-4A2C-8A8E-3ACE947CF4E7}" type="presOf" srcId="{1278BA8C-B473-46D6-9FC6-377F127C08B2}" destId="{E2649587-A913-400D-A378-DA9325CF6CFE}" srcOrd="0" destOrd="0" presId="urn:microsoft.com/office/officeart/2018/5/layout/IconLeafLabelList"/>
    <dgm:cxn modelId="{598C0DF7-E6FF-4BAA-B3D5-506F6D64A47A}" srcId="{1278BA8C-B473-46D6-9FC6-377F127C08B2}" destId="{67AA87A2-B4E2-47A7-BB98-8D530EB0E59D}" srcOrd="2" destOrd="0" parTransId="{A0CFD160-8E6B-4586-A096-712FF6942DF3}" sibTransId="{2EA34D25-A7BE-4E1D-8D4C-E325D8962F9A}"/>
    <dgm:cxn modelId="{D09D3334-0655-4E0C-92C1-17C69262AA7E}" type="presParOf" srcId="{E2649587-A913-400D-A378-DA9325CF6CFE}" destId="{62AF84D1-537C-470D-AA97-5DEA4BB6B844}" srcOrd="0" destOrd="0" presId="urn:microsoft.com/office/officeart/2018/5/layout/IconLeafLabelList"/>
    <dgm:cxn modelId="{45D48ABB-66A0-4C4A-ADC4-21AC5E2176CF}" type="presParOf" srcId="{62AF84D1-537C-470D-AA97-5DEA4BB6B844}" destId="{E79304CD-24E5-4770-BCF0-F75B6A695C80}" srcOrd="0" destOrd="0" presId="urn:microsoft.com/office/officeart/2018/5/layout/IconLeafLabelList"/>
    <dgm:cxn modelId="{C7801AEF-E32B-418F-AF3A-82DE13DBD75F}" type="presParOf" srcId="{62AF84D1-537C-470D-AA97-5DEA4BB6B844}" destId="{066CAE26-70E2-411F-A4B0-C59AA185D172}" srcOrd="1" destOrd="0" presId="urn:microsoft.com/office/officeart/2018/5/layout/IconLeafLabelList"/>
    <dgm:cxn modelId="{3B13D64D-A9F5-4F03-98C7-A28297EB1030}" type="presParOf" srcId="{62AF84D1-537C-470D-AA97-5DEA4BB6B844}" destId="{ED9CBEC8-E91E-4C93-842C-06D3F5F1BBEB}" srcOrd="2" destOrd="0" presId="urn:microsoft.com/office/officeart/2018/5/layout/IconLeafLabelList"/>
    <dgm:cxn modelId="{52D15473-FCA7-4CAA-8891-394979FA86F7}" type="presParOf" srcId="{62AF84D1-537C-470D-AA97-5DEA4BB6B844}" destId="{BB62CDE2-3BCA-420B-A573-E76601BB8C95}" srcOrd="3" destOrd="0" presId="urn:microsoft.com/office/officeart/2018/5/layout/IconLeafLabelList"/>
    <dgm:cxn modelId="{978C603C-171C-49FE-86BF-197C5760BAD3}" type="presParOf" srcId="{E2649587-A913-400D-A378-DA9325CF6CFE}" destId="{62B5101D-F104-45F6-B8D9-E76ED0F224F2}" srcOrd="1" destOrd="0" presId="urn:microsoft.com/office/officeart/2018/5/layout/IconLeafLabelList"/>
    <dgm:cxn modelId="{94EBEB4A-82C4-4236-A570-E404FD2D810B}" type="presParOf" srcId="{E2649587-A913-400D-A378-DA9325CF6CFE}" destId="{30254B52-C1F3-431A-9C34-150B49894E52}" srcOrd="2" destOrd="0" presId="urn:microsoft.com/office/officeart/2018/5/layout/IconLeafLabelList"/>
    <dgm:cxn modelId="{FDA962AF-9234-47F4-AF63-2810D1ECC235}" type="presParOf" srcId="{30254B52-C1F3-431A-9C34-150B49894E52}" destId="{65081E04-EA4A-496D-8F77-DAF0BCA5E8DD}" srcOrd="0" destOrd="0" presId="urn:microsoft.com/office/officeart/2018/5/layout/IconLeafLabelList"/>
    <dgm:cxn modelId="{066D6260-D1D3-4950-B0A5-4B01BB60E9A0}" type="presParOf" srcId="{30254B52-C1F3-431A-9C34-150B49894E52}" destId="{C47F7BE1-0D7E-430C-915E-4418C2CD12F6}" srcOrd="1" destOrd="0" presId="urn:microsoft.com/office/officeart/2018/5/layout/IconLeafLabelList"/>
    <dgm:cxn modelId="{C4CD29E7-4904-4EA2-9020-81D168B0E4DD}" type="presParOf" srcId="{30254B52-C1F3-431A-9C34-150B49894E52}" destId="{13B9DEB7-B295-4529-90B2-DD544B4B5E3B}" srcOrd="2" destOrd="0" presId="urn:microsoft.com/office/officeart/2018/5/layout/IconLeafLabelList"/>
    <dgm:cxn modelId="{0EC0C7B5-35B2-40FB-9A60-8188AA656BAE}" type="presParOf" srcId="{30254B52-C1F3-431A-9C34-150B49894E52}" destId="{6F493B02-6D48-478B-815B-ACEC50138794}" srcOrd="3" destOrd="0" presId="urn:microsoft.com/office/officeart/2018/5/layout/IconLeafLabelList"/>
    <dgm:cxn modelId="{A4A70543-7BBD-4659-A6FF-95E852A24F9F}" type="presParOf" srcId="{E2649587-A913-400D-A378-DA9325CF6CFE}" destId="{A1A1DD78-AB18-48A9-B57F-A5E3D4E9361A}" srcOrd="3" destOrd="0" presId="urn:microsoft.com/office/officeart/2018/5/layout/IconLeafLabelList"/>
    <dgm:cxn modelId="{880089E9-019C-41AD-9F64-2AE4BA381CF1}" type="presParOf" srcId="{E2649587-A913-400D-A378-DA9325CF6CFE}" destId="{3FBC9C9F-4454-4EB7-AE75-F8A7D76DC3B8}" srcOrd="4" destOrd="0" presId="urn:microsoft.com/office/officeart/2018/5/layout/IconLeafLabelList"/>
    <dgm:cxn modelId="{B2D293B1-EB53-44A7-B706-A7EE667E0F49}" type="presParOf" srcId="{3FBC9C9F-4454-4EB7-AE75-F8A7D76DC3B8}" destId="{1AA175CE-D527-4802-AEEA-144A45A59459}" srcOrd="0" destOrd="0" presId="urn:microsoft.com/office/officeart/2018/5/layout/IconLeafLabelList"/>
    <dgm:cxn modelId="{0CF72D45-5A18-4840-B2C2-61B9776C596C}" type="presParOf" srcId="{3FBC9C9F-4454-4EB7-AE75-F8A7D76DC3B8}" destId="{866C57E4-C1B5-4021-8590-74996CDCDD9A}" srcOrd="1" destOrd="0" presId="urn:microsoft.com/office/officeart/2018/5/layout/IconLeafLabelList"/>
    <dgm:cxn modelId="{62BB0E03-235A-44CA-AA6A-C23E73427C86}" type="presParOf" srcId="{3FBC9C9F-4454-4EB7-AE75-F8A7D76DC3B8}" destId="{5FB2BC6D-707A-4558-8FE6-F54FDEFE3962}" srcOrd="2" destOrd="0" presId="urn:microsoft.com/office/officeart/2018/5/layout/IconLeafLabelList"/>
    <dgm:cxn modelId="{B165F12F-CCDB-46E5-AB98-F3B695C440DB}" type="presParOf" srcId="{3FBC9C9F-4454-4EB7-AE75-F8A7D76DC3B8}" destId="{37D7DC57-2EA1-4D00-8AD1-7812352B82F0}" srcOrd="3" destOrd="0" presId="urn:microsoft.com/office/officeart/2018/5/layout/IconLeafLabelList"/>
    <dgm:cxn modelId="{4B61975C-2810-4EDD-9807-B3C995798A52}" type="presParOf" srcId="{E2649587-A913-400D-A378-DA9325CF6CFE}" destId="{FD654463-DEA1-4CB4-B5A4-42859B24D2B8}" srcOrd="5" destOrd="0" presId="urn:microsoft.com/office/officeart/2018/5/layout/IconLeafLabelList"/>
    <dgm:cxn modelId="{4ED9C858-04EE-41C2-BCEF-8467F5207A3B}" type="presParOf" srcId="{E2649587-A913-400D-A378-DA9325CF6CFE}" destId="{9D8D6612-CD93-48C4-A3C2-64E0ABEEEA85}" srcOrd="6" destOrd="0" presId="urn:microsoft.com/office/officeart/2018/5/layout/IconLeafLabelList"/>
    <dgm:cxn modelId="{B7FD437F-7AF3-435F-9B1A-395205C6C645}" type="presParOf" srcId="{9D8D6612-CD93-48C4-A3C2-64E0ABEEEA85}" destId="{1EDF6BA5-45C6-4E78-B746-28F09E6C55C8}" srcOrd="0" destOrd="0" presId="urn:microsoft.com/office/officeart/2018/5/layout/IconLeafLabelList"/>
    <dgm:cxn modelId="{668A2E96-4804-4D76-9F8D-DFDDF4F233C4}" type="presParOf" srcId="{9D8D6612-CD93-48C4-A3C2-64E0ABEEEA85}" destId="{CE0409A3-BF85-4D1D-8B22-D0F7C9EF85CB}" srcOrd="1" destOrd="0" presId="urn:microsoft.com/office/officeart/2018/5/layout/IconLeafLabelList"/>
    <dgm:cxn modelId="{3CCD8064-EA18-4444-91FF-B723B138AACD}" type="presParOf" srcId="{9D8D6612-CD93-48C4-A3C2-64E0ABEEEA85}" destId="{33CB651E-2FF1-4FF5-AA67-79DC7A671762}" srcOrd="2" destOrd="0" presId="urn:microsoft.com/office/officeart/2018/5/layout/IconLeafLabelList"/>
    <dgm:cxn modelId="{5C04975A-0390-4FC6-8168-47BB0F85245C}" type="presParOf" srcId="{9D8D6612-CD93-48C4-A3C2-64E0ABEEEA85}" destId="{2B495BFE-D2B4-425D-A134-4D4631718ADB}" srcOrd="3" destOrd="0" presId="urn:microsoft.com/office/officeart/2018/5/layout/IconLeafLabelList"/>
    <dgm:cxn modelId="{03325E67-B98A-4588-8F4A-8139A93DAAA5}" type="presParOf" srcId="{E2649587-A913-400D-A378-DA9325CF6CFE}" destId="{72F1965A-37FF-4AE3-8830-5FAC20F0F02F}" srcOrd="7" destOrd="0" presId="urn:microsoft.com/office/officeart/2018/5/layout/IconLeafLabelList"/>
    <dgm:cxn modelId="{5F54A4B6-D9C9-4DD1-A75B-D98920D20567}" type="presParOf" srcId="{E2649587-A913-400D-A378-DA9325CF6CFE}" destId="{0AAC9C7B-2478-4AEB-B312-571B9745A146}" srcOrd="8" destOrd="0" presId="urn:microsoft.com/office/officeart/2018/5/layout/IconLeafLabelList"/>
    <dgm:cxn modelId="{731E5146-BFAC-4838-BEDB-195025431A9F}" type="presParOf" srcId="{0AAC9C7B-2478-4AEB-B312-571B9745A146}" destId="{6732A88B-01A2-4C42-AA26-F8B9C25A2E8D}" srcOrd="0" destOrd="0" presId="urn:microsoft.com/office/officeart/2018/5/layout/IconLeafLabelList"/>
    <dgm:cxn modelId="{F0011B6C-986B-4847-82B5-01A46BC37DAA}" type="presParOf" srcId="{0AAC9C7B-2478-4AEB-B312-571B9745A146}" destId="{BC78066C-91C9-4A9C-ABEF-22FA6C0FDC33}" srcOrd="1" destOrd="0" presId="urn:microsoft.com/office/officeart/2018/5/layout/IconLeafLabelList"/>
    <dgm:cxn modelId="{D649ED4C-BD06-413E-974E-F9D1FC01B1A5}" type="presParOf" srcId="{0AAC9C7B-2478-4AEB-B312-571B9745A146}" destId="{919BA81D-86E3-46C9-B4AA-7F456784B3E0}" srcOrd="2" destOrd="0" presId="urn:microsoft.com/office/officeart/2018/5/layout/IconLeafLabelList"/>
    <dgm:cxn modelId="{C503416E-AF83-4B90-B7C4-34AF22948337}" type="presParOf" srcId="{0AAC9C7B-2478-4AEB-B312-571B9745A146}" destId="{C2A02E28-EB21-4588-B8D6-88B306A2279F}" srcOrd="3" destOrd="0" presId="urn:microsoft.com/office/officeart/2018/5/layout/IconLeafLabelList"/>
    <dgm:cxn modelId="{A9E75497-2E43-4943-ABF4-D129F52778B2}" type="presParOf" srcId="{E2649587-A913-400D-A378-DA9325CF6CFE}" destId="{F9A5F3E9-407A-4903-A6B0-38DB30054B99}" srcOrd="9" destOrd="0" presId="urn:microsoft.com/office/officeart/2018/5/layout/IconLeafLabelList"/>
    <dgm:cxn modelId="{B5E828ED-5CE1-4615-84F1-415849C3573F}" type="presParOf" srcId="{E2649587-A913-400D-A378-DA9325CF6CFE}" destId="{BA38D72F-235E-404E-90CE-9F6048166355}" srcOrd="10" destOrd="0" presId="urn:microsoft.com/office/officeart/2018/5/layout/IconLeafLabelList"/>
    <dgm:cxn modelId="{0EBF6614-EE00-4AFC-AA24-231DED8E0894}" type="presParOf" srcId="{BA38D72F-235E-404E-90CE-9F6048166355}" destId="{4B4CA6D1-30FA-46D6-9B2B-2C10A1CC5D6B}" srcOrd="0" destOrd="0" presId="urn:microsoft.com/office/officeart/2018/5/layout/IconLeafLabelList"/>
    <dgm:cxn modelId="{40DCB782-CF4C-4AC2-A3F4-C50492F75B6B}" type="presParOf" srcId="{BA38D72F-235E-404E-90CE-9F6048166355}" destId="{F7732E40-6578-4947-A1B9-8827F8E3009B}" srcOrd="1" destOrd="0" presId="urn:microsoft.com/office/officeart/2018/5/layout/IconLeafLabelList"/>
    <dgm:cxn modelId="{854D7D0F-BB4B-4032-9F3B-249E32853767}" type="presParOf" srcId="{BA38D72F-235E-404E-90CE-9F6048166355}" destId="{CD5BC925-A564-4C10-A3E9-C666F14D6862}" srcOrd="2" destOrd="0" presId="urn:microsoft.com/office/officeart/2018/5/layout/IconLeafLabelList"/>
    <dgm:cxn modelId="{A7ADA87E-9DB5-4610-8B3C-E58F064C8A09}" type="presParOf" srcId="{BA38D72F-235E-404E-90CE-9F6048166355}" destId="{30552F83-2E78-4BA2-AD47-F0AD32A9C919}" srcOrd="3" destOrd="0" presId="urn:microsoft.com/office/officeart/2018/5/layout/IconLeafLabelList"/>
    <dgm:cxn modelId="{C45440DF-D74D-4B27-892E-AD3C8A1A0D89}" type="presParOf" srcId="{E2649587-A913-400D-A378-DA9325CF6CFE}" destId="{B070DA58-81F4-4D5A-8ECE-70F24E5030E2}" srcOrd="11" destOrd="0" presId="urn:microsoft.com/office/officeart/2018/5/layout/IconLeafLabelList"/>
    <dgm:cxn modelId="{EB89A635-0EF2-4327-A27B-19318D1B1308}" type="presParOf" srcId="{E2649587-A913-400D-A378-DA9325CF6CFE}" destId="{58BA0AB4-F9A6-480E-B89F-CAC7C5DAEBB7}" srcOrd="12" destOrd="0" presId="urn:microsoft.com/office/officeart/2018/5/layout/IconLeafLabelList"/>
    <dgm:cxn modelId="{CBE39694-B4AB-4A93-BC93-9732173D69CD}" type="presParOf" srcId="{58BA0AB4-F9A6-480E-B89F-CAC7C5DAEBB7}" destId="{2CD21450-9C3A-4ABF-BC9B-3C71BCE010C0}" srcOrd="0" destOrd="0" presId="urn:microsoft.com/office/officeart/2018/5/layout/IconLeafLabelList"/>
    <dgm:cxn modelId="{6392EEBF-556B-4C52-9B84-4BE5884F8A8B}" type="presParOf" srcId="{58BA0AB4-F9A6-480E-B89F-CAC7C5DAEBB7}" destId="{77C28943-6514-44AD-9C0F-F4866AF08CF0}" srcOrd="1" destOrd="0" presId="urn:microsoft.com/office/officeart/2018/5/layout/IconLeafLabelList"/>
    <dgm:cxn modelId="{932250E1-5880-4FB5-822F-C54E3BA10E93}" type="presParOf" srcId="{58BA0AB4-F9A6-480E-B89F-CAC7C5DAEBB7}" destId="{82B450B2-9969-40FE-B267-D6B9C5465CD8}" srcOrd="2" destOrd="0" presId="urn:microsoft.com/office/officeart/2018/5/layout/IconLeafLabelList"/>
    <dgm:cxn modelId="{58F1912F-E6DE-4169-8680-BB0BF98E27C7}" type="presParOf" srcId="{58BA0AB4-F9A6-480E-B89F-CAC7C5DAEBB7}" destId="{C3AB3CF2-52E5-4574-827C-1D5203B0CD90}"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A7458E-5075-411A-8108-B62B866B2057}" type="doc">
      <dgm:prSet loTypeId="urn:microsoft.com/office/officeart/2018/2/layout/IconLabelList" loCatId="icon" qsTypeId="urn:microsoft.com/office/officeart/2005/8/quickstyle/simple1" qsCatId="simple" csTypeId="urn:microsoft.com/office/officeart/2018/5/colors/Iconchunking_neutralbg_colorful2" csCatId="colorful" phldr="1"/>
      <dgm:spPr/>
      <dgm:t>
        <a:bodyPr/>
        <a:lstStyle/>
        <a:p>
          <a:endParaRPr lang="en-US"/>
        </a:p>
      </dgm:t>
    </dgm:pt>
    <dgm:pt modelId="{8D6A5ED9-5686-46CB-9766-67D90E798E14}">
      <dgm:prSet/>
      <dgm:spPr/>
      <dgm:t>
        <a:bodyPr/>
        <a:lstStyle/>
        <a:p>
          <a:pPr>
            <a:lnSpc>
              <a:spcPct val="100000"/>
            </a:lnSpc>
          </a:pPr>
          <a:r>
            <a:rPr lang="en-US"/>
            <a:t>Final Implementation: OAuth, routing, credit card entry, checkout</a:t>
          </a:r>
        </a:p>
      </dgm:t>
    </dgm:pt>
    <dgm:pt modelId="{1DC80FE5-2074-4937-9623-75DC8903072B}" type="parTrans" cxnId="{CDA987C3-1358-4FD8-844B-F0775719B4FB}">
      <dgm:prSet/>
      <dgm:spPr/>
      <dgm:t>
        <a:bodyPr/>
        <a:lstStyle/>
        <a:p>
          <a:endParaRPr lang="en-US"/>
        </a:p>
      </dgm:t>
    </dgm:pt>
    <dgm:pt modelId="{2B8396DB-5D57-4924-880E-5C8D75B1AF4B}" type="sibTrans" cxnId="{CDA987C3-1358-4FD8-844B-F0775719B4FB}">
      <dgm:prSet/>
      <dgm:spPr/>
      <dgm:t>
        <a:bodyPr/>
        <a:lstStyle/>
        <a:p>
          <a:endParaRPr lang="en-US"/>
        </a:p>
      </dgm:t>
    </dgm:pt>
    <dgm:pt modelId="{8F1C026F-2A1D-49A7-830D-D7A2FDE6A98C}">
      <dgm:prSet/>
      <dgm:spPr/>
      <dgm:t>
        <a:bodyPr/>
        <a:lstStyle/>
        <a:p>
          <a:pPr>
            <a:lnSpc>
              <a:spcPct val="100000"/>
            </a:lnSpc>
          </a:pPr>
          <a:r>
            <a:rPr lang="en-US"/>
            <a:t>Testing and bug fixes</a:t>
          </a:r>
        </a:p>
      </dgm:t>
    </dgm:pt>
    <dgm:pt modelId="{65258EAA-9E2B-42FE-92D4-7D17734FF002}" type="parTrans" cxnId="{4EF0C4F9-F623-41FD-87A4-8836A424EAD2}">
      <dgm:prSet/>
      <dgm:spPr/>
      <dgm:t>
        <a:bodyPr/>
        <a:lstStyle/>
        <a:p>
          <a:endParaRPr lang="en-US"/>
        </a:p>
      </dgm:t>
    </dgm:pt>
    <dgm:pt modelId="{A3A33DF2-B30B-4DCD-AA75-9457EDCF0D86}" type="sibTrans" cxnId="{4EF0C4F9-F623-41FD-87A4-8836A424EAD2}">
      <dgm:prSet/>
      <dgm:spPr/>
      <dgm:t>
        <a:bodyPr/>
        <a:lstStyle/>
        <a:p>
          <a:endParaRPr lang="en-US"/>
        </a:p>
      </dgm:t>
    </dgm:pt>
    <dgm:pt modelId="{6713166A-5036-4AF7-A78B-3E08C741D456}">
      <dgm:prSet/>
      <dgm:spPr/>
      <dgm:t>
        <a:bodyPr/>
        <a:lstStyle/>
        <a:p>
          <a:pPr>
            <a:lnSpc>
              <a:spcPct val="100000"/>
            </a:lnSpc>
          </a:pPr>
          <a:r>
            <a:rPr lang="en-US"/>
            <a:t>Final presentation recording</a:t>
          </a:r>
        </a:p>
      </dgm:t>
    </dgm:pt>
    <dgm:pt modelId="{43EBCF5D-DB86-4976-A27F-A090885F10D5}" type="parTrans" cxnId="{F770881E-C965-4467-911D-DF919A70B351}">
      <dgm:prSet/>
      <dgm:spPr/>
      <dgm:t>
        <a:bodyPr/>
        <a:lstStyle/>
        <a:p>
          <a:endParaRPr lang="en-US"/>
        </a:p>
      </dgm:t>
    </dgm:pt>
    <dgm:pt modelId="{632C9DC3-F4A5-4CE0-99FD-0B7ADFAD92DD}" type="sibTrans" cxnId="{F770881E-C965-4467-911D-DF919A70B351}">
      <dgm:prSet/>
      <dgm:spPr/>
      <dgm:t>
        <a:bodyPr/>
        <a:lstStyle/>
        <a:p>
          <a:endParaRPr lang="en-US"/>
        </a:p>
      </dgm:t>
    </dgm:pt>
    <dgm:pt modelId="{F3E0E8C9-32AB-439B-8497-B97136D78715}" type="pres">
      <dgm:prSet presAssocID="{55A7458E-5075-411A-8108-B62B866B2057}" presName="root" presStyleCnt="0">
        <dgm:presLayoutVars>
          <dgm:dir/>
          <dgm:resizeHandles val="exact"/>
        </dgm:presLayoutVars>
      </dgm:prSet>
      <dgm:spPr/>
    </dgm:pt>
    <dgm:pt modelId="{478606DC-E31C-43F7-A42B-0EC563C43E87}" type="pres">
      <dgm:prSet presAssocID="{8D6A5ED9-5686-46CB-9766-67D90E798E14}" presName="compNode" presStyleCnt="0"/>
      <dgm:spPr/>
    </dgm:pt>
    <dgm:pt modelId="{61774121-B485-4AE3-A74C-54A38B28206E}" type="pres">
      <dgm:prSet presAssocID="{8D6A5ED9-5686-46CB-9766-67D90E798E1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redit card"/>
        </a:ext>
      </dgm:extLst>
    </dgm:pt>
    <dgm:pt modelId="{CC9D3522-07A6-4C73-A9D4-F62CDEB4F5CA}" type="pres">
      <dgm:prSet presAssocID="{8D6A5ED9-5686-46CB-9766-67D90E798E14}" presName="spaceRect" presStyleCnt="0"/>
      <dgm:spPr/>
    </dgm:pt>
    <dgm:pt modelId="{2E037718-BE3B-4806-B001-56D5AA929235}" type="pres">
      <dgm:prSet presAssocID="{8D6A5ED9-5686-46CB-9766-67D90E798E14}" presName="textRect" presStyleLbl="revTx" presStyleIdx="0" presStyleCnt="3">
        <dgm:presLayoutVars>
          <dgm:chMax val="1"/>
          <dgm:chPref val="1"/>
        </dgm:presLayoutVars>
      </dgm:prSet>
      <dgm:spPr/>
    </dgm:pt>
    <dgm:pt modelId="{6D93190D-93A4-4BBF-BB50-24EF31FC8E9C}" type="pres">
      <dgm:prSet presAssocID="{2B8396DB-5D57-4924-880E-5C8D75B1AF4B}" presName="sibTrans" presStyleCnt="0"/>
      <dgm:spPr/>
    </dgm:pt>
    <dgm:pt modelId="{51AA151C-6A8E-408E-B361-56D73E95075A}" type="pres">
      <dgm:prSet presAssocID="{8F1C026F-2A1D-49A7-830D-D7A2FDE6A98C}" presName="compNode" presStyleCnt="0"/>
      <dgm:spPr/>
    </dgm:pt>
    <dgm:pt modelId="{90542A3A-AFDE-426A-89C4-84861472991F}" type="pres">
      <dgm:prSet presAssocID="{8F1C026F-2A1D-49A7-830D-D7A2FDE6A98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g"/>
        </a:ext>
      </dgm:extLst>
    </dgm:pt>
    <dgm:pt modelId="{64AE9212-5EE9-4216-B665-0A1941DFFFE7}" type="pres">
      <dgm:prSet presAssocID="{8F1C026F-2A1D-49A7-830D-D7A2FDE6A98C}" presName="spaceRect" presStyleCnt="0"/>
      <dgm:spPr/>
    </dgm:pt>
    <dgm:pt modelId="{C1F8C3C8-7129-4EEC-B653-C8CADE55451C}" type="pres">
      <dgm:prSet presAssocID="{8F1C026F-2A1D-49A7-830D-D7A2FDE6A98C}" presName="textRect" presStyleLbl="revTx" presStyleIdx="1" presStyleCnt="3">
        <dgm:presLayoutVars>
          <dgm:chMax val="1"/>
          <dgm:chPref val="1"/>
        </dgm:presLayoutVars>
      </dgm:prSet>
      <dgm:spPr/>
    </dgm:pt>
    <dgm:pt modelId="{10B3116E-A662-4BBD-A82C-E38B2EE119CC}" type="pres">
      <dgm:prSet presAssocID="{A3A33DF2-B30B-4DCD-AA75-9457EDCF0D86}" presName="sibTrans" presStyleCnt="0"/>
      <dgm:spPr/>
    </dgm:pt>
    <dgm:pt modelId="{89801A56-92ED-4A00-9F3E-4C7897DA4213}" type="pres">
      <dgm:prSet presAssocID="{6713166A-5036-4AF7-A78B-3E08C741D456}" presName="compNode" presStyleCnt="0"/>
      <dgm:spPr/>
    </dgm:pt>
    <dgm:pt modelId="{C0BBC93A-0B9F-433F-BCB4-A0E575468372}" type="pres">
      <dgm:prSet presAssocID="{6713166A-5036-4AF7-A78B-3E08C741D45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jector screen"/>
        </a:ext>
      </dgm:extLst>
    </dgm:pt>
    <dgm:pt modelId="{DFBFF9AE-D4DB-4633-A9AB-1DE9BB87ECFE}" type="pres">
      <dgm:prSet presAssocID="{6713166A-5036-4AF7-A78B-3E08C741D456}" presName="spaceRect" presStyleCnt="0"/>
      <dgm:spPr/>
    </dgm:pt>
    <dgm:pt modelId="{345A10C7-C3D8-4EC8-9092-2F5B0D8C3BEB}" type="pres">
      <dgm:prSet presAssocID="{6713166A-5036-4AF7-A78B-3E08C741D456}" presName="textRect" presStyleLbl="revTx" presStyleIdx="2" presStyleCnt="3">
        <dgm:presLayoutVars>
          <dgm:chMax val="1"/>
          <dgm:chPref val="1"/>
        </dgm:presLayoutVars>
      </dgm:prSet>
      <dgm:spPr/>
    </dgm:pt>
  </dgm:ptLst>
  <dgm:cxnLst>
    <dgm:cxn modelId="{D27B9C04-63F3-4F22-9114-9CEF59E6BEF0}" type="presOf" srcId="{6713166A-5036-4AF7-A78B-3E08C741D456}" destId="{345A10C7-C3D8-4EC8-9092-2F5B0D8C3BEB}" srcOrd="0" destOrd="0" presId="urn:microsoft.com/office/officeart/2018/2/layout/IconLabelList"/>
    <dgm:cxn modelId="{A8EF0916-78A7-4843-84CF-15378C404127}" type="presOf" srcId="{8D6A5ED9-5686-46CB-9766-67D90E798E14}" destId="{2E037718-BE3B-4806-B001-56D5AA929235}" srcOrd="0" destOrd="0" presId="urn:microsoft.com/office/officeart/2018/2/layout/IconLabelList"/>
    <dgm:cxn modelId="{F770881E-C965-4467-911D-DF919A70B351}" srcId="{55A7458E-5075-411A-8108-B62B866B2057}" destId="{6713166A-5036-4AF7-A78B-3E08C741D456}" srcOrd="2" destOrd="0" parTransId="{43EBCF5D-DB86-4976-A27F-A090885F10D5}" sibTransId="{632C9DC3-F4A5-4CE0-99FD-0B7ADFAD92DD}"/>
    <dgm:cxn modelId="{8A01A934-BCAD-4CA6-A78E-0AC22FF27FE3}" type="presOf" srcId="{55A7458E-5075-411A-8108-B62B866B2057}" destId="{F3E0E8C9-32AB-439B-8497-B97136D78715}" srcOrd="0" destOrd="0" presId="urn:microsoft.com/office/officeart/2018/2/layout/IconLabelList"/>
    <dgm:cxn modelId="{A3082856-9A69-4731-8CB4-400190F77388}" type="presOf" srcId="{8F1C026F-2A1D-49A7-830D-D7A2FDE6A98C}" destId="{C1F8C3C8-7129-4EEC-B653-C8CADE55451C}" srcOrd="0" destOrd="0" presId="urn:microsoft.com/office/officeart/2018/2/layout/IconLabelList"/>
    <dgm:cxn modelId="{CDA987C3-1358-4FD8-844B-F0775719B4FB}" srcId="{55A7458E-5075-411A-8108-B62B866B2057}" destId="{8D6A5ED9-5686-46CB-9766-67D90E798E14}" srcOrd="0" destOrd="0" parTransId="{1DC80FE5-2074-4937-9623-75DC8903072B}" sibTransId="{2B8396DB-5D57-4924-880E-5C8D75B1AF4B}"/>
    <dgm:cxn modelId="{4EF0C4F9-F623-41FD-87A4-8836A424EAD2}" srcId="{55A7458E-5075-411A-8108-B62B866B2057}" destId="{8F1C026F-2A1D-49A7-830D-D7A2FDE6A98C}" srcOrd="1" destOrd="0" parTransId="{65258EAA-9E2B-42FE-92D4-7D17734FF002}" sibTransId="{A3A33DF2-B30B-4DCD-AA75-9457EDCF0D86}"/>
    <dgm:cxn modelId="{735174FD-99DE-47CA-B3F8-483342B35E1B}" type="presParOf" srcId="{F3E0E8C9-32AB-439B-8497-B97136D78715}" destId="{478606DC-E31C-43F7-A42B-0EC563C43E87}" srcOrd="0" destOrd="0" presId="urn:microsoft.com/office/officeart/2018/2/layout/IconLabelList"/>
    <dgm:cxn modelId="{E29075F2-BDEC-49F7-BAA8-913A3B575459}" type="presParOf" srcId="{478606DC-E31C-43F7-A42B-0EC563C43E87}" destId="{61774121-B485-4AE3-A74C-54A38B28206E}" srcOrd="0" destOrd="0" presId="urn:microsoft.com/office/officeart/2018/2/layout/IconLabelList"/>
    <dgm:cxn modelId="{3B0A12F5-C1F1-4162-B2B6-3F7D84A6C834}" type="presParOf" srcId="{478606DC-E31C-43F7-A42B-0EC563C43E87}" destId="{CC9D3522-07A6-4C73-A9D4-F62CDEB4F5CA}" srcOrd="1" destOrd="0" presId="urn:microsoft.com/office/officeart/2018/2/layout/IconLabelList"/>
    <dgm:cxn modelId="{7276E797-7EF4-45FF-9846-ACF8C8A4872C}" type="presParOf" srcId="{478606DC-E31C-43F7-A42B-0EC563C43E87}" destId="{2E037718-BE3B-4806-B001-56D5AA929235}" srcOrd="2" destOrd="0" presId="urn:microsoft.com/office/officeart/2018/2/layout/IconLabelList"/>
    <dgm:cxn modelId="{5161E3D4-8453-4C15-8DBB-DF87070ABC06}" type="presParOf" srcId="{F3E0E8C9-32AB-439B-8497-B97136D78715}" destId="{6D93190D-93A4-4BBF-BB50-24EF31FC8E9C}" srcOrd="1" destOrd="0" presId="urn:microsoft.com/office/officeart/2018/2/layout/IconLabelList"/>
    <dgm:cxn modelId="{1DE9E6B8-79E9-4539-9E36-3E1F22D403BE}" type="presParOf" srcId="{F3E0E8C9-32AB-439B-8497-B97136D78715}" destId="{51AA151C-6A8E-408E-B361-56D73E95075A}" srcOrd="2" destOrd="0" presId="urn:microsoft.com/office/officeart/2018/2/layout/IconLabelList"/>
    <dgm:cxn modelId="{E0DC3A9C-71F2-4D3C-9DF0-6BE7172E9C42}" type="presParOf" srcId="{51AA151C-6A8E-408E-B361-56D73E95075A}" destId="{90542A3A-AFDE-426A-89C4-84861472991F}" srcOrd="0" destOrd="0" presId="urn:microsoft.com/office/officeart/2018/2/layout/IconLabelList"/>
    <dgm:cxn modelId="{542984DB-FD89-4083-9C84-E96533282728}" type="presParOf" srcId="{51AA151C-6A8E-408E-B361-56D73E95075A}" destId="{64AE9212-5EE9-4216-B665-0A1941DFFFE7}" srcOrd="1" destOrd="0" presId="urn:microsoft.com/office/officeart/2018/2/layout/IconLabelList"/>
    <dgm:cxn modelId="{F33F3192-2C89-49D0-8F04-2ED8E916975F}" type="presParOf" srcId="{51AA151C-6A8E-408E-B361-56D73E95075A}" destId="{C1F8C3C8-7129-4EEC-B653-C8CADE55451C}" srcOrd="2" destOrd="0" presId="urn:microsoft.com/office/officeart/2018/2/layout/IconLabelList"/>
    <dgm:cxn modelId="{637550D4-8C6C-4E7A-9F7D-D99AAF6DC7A3}" type="presParOf" srcId="{F3E0E8C9-32AB-439B-8497-B97136D78715}" destId="{10B3116E-A662-4BBD-A82C-E38B2EE119CC}" srcOrd="3" destOrd="0" presId="urn:microsoft.com/office/officeart/2018/2/layout/IconLabelList"/>
    <dgm:cxn modelId="{3A0CBF16-A636-4F32-92FD-E6C5F68034C7}" type="presParOf" srcId="{F3E0E8C9-32AB-439B-8497-B97136D78715}" destId="{89801A56-92ED-4A00-9F3E-4C7897DA4213}" srcOrd="4" destOrd="0" presId="urn:microsoft.com/office/officeart/2018/2/layout/IconLabelList"/>
    <dgm:cxn modelId="{009E3506-20E8-468E-9341-5DF33894D0EE}" type="presParOf" srcId="{89801A56-92ED-4A00-9F3E-4C7897DA4213}" destId="{C0BBC93A-0B9F-433F-BCB4-A0E575468372}" srcOrd="0" destOrd="0" presId="urn:microsoft.com/office/officeart/2018/2/layout/IconLabelList"/>
    <dgm:cxn modelId="{42D1B7F2-C078-4274-A4D6-C4840BA4DF43}" type="presParOf" srcId="{89801A56-92ED-4A00-9F3E-4C7897DA4213}" destId="{DFBFF9AE-D4DB-4633-A9AB-1DE9BB87ECFE}" srcOrd="1" destOrd="0" presId="urn:microsoft.com/office/officeart/2018/2/layout/IconLabelList"/>
    <dgm:cxn modelId="{4617C768-5C69-4FAE-8D4F-013B7B57CD66}" type="presParOf" srcId="{89801A56-92ED-4A00-9F3E-4C7897DA4213}" destId="{345A10C7-C3D8-4EC8-9092-2F5B0D8C3BEB}"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0372802-EBEB-4D9D-8250-D4FB5BFA351D}" type="doc">
      <dgm:prSet loTypeId="urn:microsoft.com/office/officeart/2005/8/layout/process5" loCatId="process" qsTypeId="urn:microsoft.com/office/officeart/2005/8/quickstyle/simple2" qsCatId="simple" csTypeId="urn:microsoft.com/office/officeart/2005/8/colors/accent3_2" csCatId="accent3"/>
      <dgm:spPr/>
      <dgm:t>
        <a:bodyPr/>
        <a:lstStyle/>
        <a:p>
          <a:endParaRPr lang="en-US"/>
        </a:p>
      </dgm:t>
    </dgm:pt>
    <dgm:pt modelId="{8F9C16F8-6434-439D-8529-8CAD5E12C644}">
      <dgm:prSet/>
      <dgm:spPr/>
      <dgm:t>
        <a:bodyPr/>
        <a:lstStyle/>
        <a:p>
          <a:r>
            <a:rPr lang="en-US"/>
            <a:t>Simple, mobile-friendly layout</a:t>
          </a:r>
        </a:p>
      </dgm:t>
    </dgm:pt>
    <dgm:pt modelId="{20161CC2-EA51-4661-A511-339F3865C0EE}" type="parTrans" cxnId="{5ED6FF08-324A-4B8E-9BB8-50B172469D01}">
      <dgm:prSet/>
      <dgm:spPr/>
      <dgm:t>
        <a:bodyPr/>
        <a:lstStyle/>
        <a:p>
          <a:endParaRPr lang="en-US"/>
        </a:p>
      </dgm:t>
    </dgm:pt>
    <dgm:pt modelId="{F44D46BA-5151-4BAE-BA07-EFBB350378A2}" type="sibTrans" cxnId="{5ED6FF08-324A-4B8E-9BB8-50B172469D01}">
      <dgm:prSet/>
      <dgm:spPr/>
      <dgm:t>
        <a:bodyPr/>
        <a:lstStyle/>
        <a:p>
          <a:endParaRPr lang="en-US"/>
        </a:p>
      </dgm:t>
    </dgm:pt>
    <dgm:pt modelId="{0B5540D5-866A-4E1E-AA92-A5F8064C6018}">
      <dgm:prSet/>
      <dgm:spPr/>
      <dgm:t>
        <a:bodyPr/>
        <a:lstStyle/>
        <a:p>
          <a:r>
            <a:rPr lang="en-US"/>
            <a:t>Clear navigation from login to checkout</a:t>
          </a:r>
        </a:p>
      </dgm:t>
    </dgm:pt>
    <dgm:pt modelId="{3F4BB8D9-BFFC-4987-B21E-CFD0728D116E}" type="parTrans" cxnId="{D8FB00A0-4267-4A2D-81A0-E3BAB98A163C}">
      <dgm:prSet/>
      <dgm:spPr/>
      <dgm:t>
        <a:bodyPr/>
        <a:lstStyle/>
        <a:p>
          <a:endParaRPr lang="en-US"/>
        </a:p>
      </dgm:t>
    </dgm:pt>
    <dgm:pt modelId="{22D56C89-F764-43A6-959D-3B10CA860D75}" type="sibTrans" cxnId="{D8FB00A0-4267-4A2D-81A0-E3BAB98A163C}">
      <dgm:prSet/>
      <dgm:spPr/>
      <dgm:t>
        <a:bodyPr/>
        <a:lstStyle/>
        <a:p>
          <a:endParaRPr lang="en-US"/>
        </a:p>
      </dgm:t>
    </dgm:pt>
    <dgm:pt modelId="{E572AED6-8944-4B65-9856-D2B3BB93B607}">
      <dgm:prSet/>
      <dgm:spPr/>
      <dgm:t>
        <a:bodyPr/>
        <a:lstStyle/>
        <a:p>
          <a:r>
            <a:rPr lang="en-US"/>
            <a:t>Focus on usability and accessibility</a:t>
          </a:r>
        </a:p>
      </dgm:t>
    </dgm:pt>
    <dgm:pt modelId="{45725832-A053-41DE-BBB7-9B2EA51BFFCB}" type="parTrans" cxnId="{2D659A01-9331-4CBA-98DD-A7AF707016E2}">
      <dgm:prSet/>
      <dgm:spPr/>
      <dgm:t>
        <a:bodyPr/>
        <a:lstStyle/>
        <a:p>
          <a:endParaRPr lang="en-US"/>
        </a:p>
      </dgm:t>
    </dgm:pt>
    <dgm:pt modelId="{ACADFCEF-7795-4299-BCCD-365046EF5F83}" type="sibTrans" cxnId="{2D659A01-9331-4CBA-98DD-A7AF707016E2}">
      <dgm:prSet/>
      <dgm:spPr/>
      <dgm:t>
        <a:bodyPr/>
        <a:lstStyle/>
        <a:p>
          <a:endParaRPr lang="en-US"/>
        </a:p>
      </dgm:t>
    </dgm:pt>
    <dgm:pt modelId="{D86187E3-662F-4E2F-9D40-D846BC360211}" type="pres">
      <dgm:prSet presAssocID="{10372802-EBEB-4D9D-8250-D4FB5BFA351D}" presName="diagram" presStyleCnt="0">
        <dgm:presLayoutVars>
          <dgm:dir/>
          <dgm:resizeHandles val="exact"/>
        </dgm:presLayoutVars>
      </dgm:prSet>
      <dgm:spPr/>
    </dgm:pt>
    <dgm:pt modelId="{88A795C4-C0FB-4F0F-A021-8F64962A4D2A}" type="pres">
      <dgm:prSet presAssocID="{8F9C16F8-6434-439D-8529-8CAD5E12C644}" presName="node" presStyleLbl="node1" presStyleIdx="0" presStyleCnt="3">
        <dgm:presLayoutVars>
          <dgm:bulletEnabled val="1"/>
        </dgm:presLayoutVars>
      </dgm:prSet>
      <dgm:spPr/>
    </dgm:pt>
    <dgm:pt modelId="{BBE382DB-7F61-4A96-9B38-284B4998226D}" type="pres">
      <dgm:prSet presAssocID="{F44D46BA-5151-4BAE-BA07-EFBB350378A2}" presName="sibTrans" presStyleLbl="sibTrans2D1" presStyleIdx="0" presStyleCnt="2"/>
      <dgm:spPr/>
    </dgm:pt>
    <dgm:pt modelId="{51826F03-202F-471E-80D2-F013F04DE75F}" type="pres">
      <dgm:prSet presAssocID="{F44D46BA-5151-4BAE-BA07-EFBB350378A2}" presName="connectorText" presStyleLbl="sibTrans2D1" presStyleIdx="0" presStyleCnt="2"/>
      <dgm:spPr/>
    </dgm:pt>
    <dgm:pt modelId="{1D63E433-9567-4097-94B4-68BD0FD52C43}" type="pres">
      <dgm:prSet presAssocID="{0B5540D5-866A-4E1E-AA92-A5F8064C6018}" presName="node" presStyleLbl="node1" presStyleIdx="1" presStyleCnt="3">
        <dgm:presLayoutVars>
          <dgm:bulletEnabled val="1"/>
        </dgm:presLayoutVars>
      </dgm:prSet>
      <dgm:spPr/>
    </dgm:pt>
    <dgm:pt modelId="{8187BF97-7DF8-494B-9B01-44A6FD21C08B}" type="pres">
      <dgm:prSet presAssocID="{22D56C89-F764-43A6-959D-3B10CA860D75}" presName="sibTrans" presStyleLbl="sibTrans2D1" presStyleIdx="1" presStyleCnt="2"/>
      <dgm:spPr/>
    </dgm:pt>
    <dgm:pt modelId="{C6281164-4453-430B-89A2-6EC8366B9F69}" type="pres">
      <dgm:prSet presAssocID="{22D56C89-F764-43A6-959D-3B10CA860D75}" presName="connectorText" presStyleLbl="sibTrans2D1" presStyleIdx="1" presStyleCnt="2"/>
      <dgm:spPr/>
    </dgm:pt>
    <dgm:pt modelId="{B4CDE56D-519A-48C7-9D79-774BB89AB8F1}" type="pres">
      <dgm:prSet presAssocID="{E572AED6-8944-4B65-9856-D2B3BB93B607}" presName="node" presStyleLbl="node1" presStyleIdx="2" presStyleCnt="3">
        <dgm:presLayoutVars>
          <dgm:bulletEnabled val="1"/>
        </dgm:presLayoutVars>
      </dgm:prSet>
      <dgm:spPr/>
    </dgm:pt>
  </dgm:ptLst>
  <dgm:cxnLst>
    <dgm:cxn modelId="{2D659A01-9331-4CBA-98DD-A7AF707016E2}" srcId="{10372802-EBEB-4D9D-8250-D4FB5BFA351D}" destId="{E572AED6-8944-4B65-9856-D2B3BB93B607}" srcOrd="2" destOrd="0" parTransId="{45725832-A053-41DE-BBB7-9B2EA51BFFCB}" sibTransId="{ACADFCEF-7795-4299-BCCD-365046EF5F83}"/>
    <dgm:cxn modelId="{5ED6FF08-324A-4B8E-9BB8-50B172469D01}" srcId="{10372802-EBEB-4D9D-8250-D4FB5BFA351D}" destId="{8F9C16F8-6434-439D-8529-8CAD5E12C644}" srcOrd="0" destOrd="0" parTransId="{20161CC2-EA51-4661-A511-339F3865C0EE}" sibTransId="{F44D46BA-5151-4BAE-BA07-EFBB350378A2}"/>
    <dgm:cxn modelId="{221EB31B-4831-4199-B23C-FAD647D94252}" type="presOf" srcId="{22D56C89-F764-43A6-959D-3B10CA860D75}" destId="{C6281164-4453-430B-89A2-6EC8366B9F69}" srcOrd="1" destOrd="0" presId="urn:microsoft.com/office/officeart/2005/8/layout/process5"/>
    <dgm:cxn modelId="{731A1644-4BDB-4F40-BADF-1E97C771DB5C}" type="presOf" srcId="{22D56C89-F764-43A6-959D-3B10CA860D75}" destId="{8187BF97-7DF8-494B-9B01-44A6FD21C08B}" srcOrd="0" destOrd="0" presId="urn:microsoft.com/office/officeart/2005/8/layout/process5"/>
    <dgm:cxn modelId="{87D38958-C181-4EC0-8408-863051B61D9E}" type="presOf" srcId="{F44D46BA-5151-4BAE-BA07-EFBB350378A2}" destId="{BBE382DB-7F61-4A96-9B38-284B4998226D}" srcOrd="0" destOrd="0" presId="urn:microsoft.com/office/officeart/2005/8/layout/process5"/>
    <dgm:cxn modelId="{074C9582-84F5-41F9-B0B3-BA6A68F0B313}" type="presOf" srcId="{E572AED6-8944-4B65-9856-D2B3BB93B607}" destId="{B4CDE56D-519A-48C7-9D79-774BB89AB8F1}" srcOrd="0" destOrd="0" presId="urn:microsoft.com/office/officeart/2005/8/layout/process5"/>
    <dgm:cxn modelId="{44685483-1162-42E4-90A2-80295EE422A5}" type="presOf" srcId="{F44D46BA-5151-4BAE-BA07-EFBB350378A2}" destId="{51826F03-202F-471E-80D2-F013F04DE75F}" srcOrd="1" destOrd="0" presId="urn:microsoft.com/office/officeart/2005/8/layout/process5"/>
    <dgm:cxn modelId="{D8FB00A0-4267-4A2D-81A0-E3BAB98A163C}" srcId="{10372802-EBEB-4D9D-8250-D4FB5BFA351D}" destId="{0B5540D5-866A-4E1E-AA92-A5F8064C6018}" srcOrd="1" destOrd="0" parTransId="{3F4BB8D9-BFFC-4987-B21E-CFD0728D116E}" sibTransId="{22D56C89-F764-43A6-959D-3B10CA860D75}"/>
    <dgm:cxn modelId="{F51150A1-12D4-4FA9-9E29-3392363863C9}" type="presOf" srcId="{0B5540D5-866A-4E1E-AA92-A5F8064C6018}" destId="{1D63E433-9567-4097-94B4-68BD0FD52C43}" srcOrd="0" destOrd="0" presId="urn:microsoft.com/office/officeart/2005/8/layout/process5"/>
    <dgm:cxn modelId="{718C8AEA-CB3D-40FB-AE43-85FD77C49BF5}" type="presOf" srcId="{10372802-EBEB-4D9D-8250-D4FB5BFA351D}" destId="{D86187E3-662F-4E2F-9D40-D846BC360211}" srcOrd="0" destOrd="0" presId="urn:microsoft.com/office/officeart/2005/8/layout/process5"/>
    <dgm:cxn modelId="{6FB73AEB-3DB7-434F-A188-93E01F690C20}" type="presOf" srcId="{8F9C16F8-6434-439D-8529-8CAD5E12C644}" destId="{88A795C4-C0FB-4F0F-A021-8F64962A4D2A}" srcOrd="0" destOrd="0" presId="urn:microsoft.com/office/officeart/2005/8/layout/process5"/>
    <dgm:cxn modelId="{D277833A-A079-413B-9BB4-68C1932A6D9B}" type="presParOf" srcId="{D86187E3-662F-4E2F-9D40-D846BC360211}" destId="{88A795C4-C0FB-4F0F-A021-8F64962A4D2A}" srcOrd="0" destOrd="0" presId="urn:microsoft.com/office/officeart/2005/8/layout/process5"/>
    <dgm:cxn modelId="{D7C5AE8F-B449-4325-9AF0-E06E54EA72E3}" type="presParOf" srcId="{D86187E3-662F-4E2F-9D40-D846BC360211}" destId="{BBE382DB-7F61-4A96-9B38-284B4998226D}" srcOrd="1" destOrd="0" presId="urn:microsoft.com/office/officeart/2005/8/layout/process5"/>
    <dgm:cxn modelId="{D167D409-A6D3-4850-A50C-2DB21E89C088}" type="presParOf" srcId="{BBE382DB-7F61-4A96-9B38-284B4998226D}" destId="{51826F03-202F-471E-80D2-F013F04DE75F}" srcOrd="0" destOrd="0" presId="urn:microsoft.com/office/officeart/2005/8/layout/process5"/>
    <dgm:cxn modelId="{F5299F6E-0D81-4BE3-8BC3-D12719A9B4C6}" type="presParOf" srcId="{D86187E3-662F-4E2F-9D40-D846BC360211}" destId="{1D63E433-9567-4097-94B4-68BD0FD52C43}" srcOrd="2" destOrd="0" presId="urn:microsoft.com/office/officeart/2005/8/layout/process5"/>
    <dgm:cxn modelId="{654144B6-1323-41DC-867E-9CA85EAB4E9A}" type="presParOf" srcId="{D86187E3-662F-4E2F-9D40-D846BC360211}" destId="{8187BF97-7DF8-494B-9B01-44A6FD21C08B}" srcOrd="3" destOrd="0" presId="urn:microsoft.com/office/officeart/2005/8/layout/process5"/>
    <dgm:cxn modelId="{09FE9C1F-9249-4F79-8CB3-D4EF2A446B3A}" type="presParOf" srcId="{8187BF97-7DF8-494B-9B01-44A6FD21C08B}" destId="{C6281164-4453-430B-89A2-6EC8366B9F69}" srcOrd="0" destOrd="0" presId="urn:microsoft.com/office/officeart/2005/8/layout/process5"/>
    <dgm:cxn modelId="{E53A1B7C-60DF-4187-B255-546D55596693}" type="presParOf" srcId="{D86187E3-662F-4E2F-9D40-D846BC360211}" destId="{B4CDE56D-519A-48C7-9D79-774BB89AB8F1}" srcOrd="4"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9304CD-24E5-4770-BCF0-F75B6A695C80}">
      <dsp:nvSpPr>
        <dsp:cNvPr id="0" name=""/>
        <dsp:cNvSpPr/>
      </dsp:nvSpPr>
      <dsp:spPr>
        <a:xfrm>
          <a:off x="827085" y="211"/>
          <a:ext cx="965039" cy="965039"/>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6CAE26-70E2-411F-A4B0-C59AA185D172}">
      <dsp:nvSpPr>
        <dsp:cNvPr id="0" name=""/>
        <dsp:cNvSpPr/>
      </dsp:nvSpPr>
      <dsp:spPr>
        <a:xfrm>
          <a:off x="1032749" y="205875"/>
          <a:ext cx="553710" cy="5537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B62CDE2-3BCA-420B-A573-E76601BB8C95}">
      <dsp:nvSpPr>
        <dsp:cNvPr id="0" name=""/>
        <dsp:cNvSpPr/>
      </dsp:nvSpPr>
      <dsp:spPr>
        <a:xfrm>
          <a:off x="518589"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Project Goal: Build a subscription-based movie streaming interface.</a:t>
          </a:r>
        </a:p>
      </dsp:txBody>
      <dsp:txXfrm>
        <a:off x="518589" y="1265836"/>
        <a:ext cx="1582031" cy="632812"/>
      </dsp:txXfrm>
    </dsp:sp>
    <dsp:sp modelId="{65081E04-EA4A-496D-8F77-DAF0BCA5E8DD}">
      <dsp:nvSpPr>
        <dsp:cNvPr id="0" name=""/>
        <dsp:cNvSpPr/>
      </dsp:nvSpPr>
      <dsp:spPr>
        <a:xfrm>
          <a:off x="2685972" y="211"/>
          <a:ext cx="965039" cy="965039"/>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7F7BE1-0D7E-430C-915E-4418C2CD12F6}">
      <dsp:nvSpPr>
        <dsp:cNvPr id="0" name=""/>
        <dsp:cNvSpPr/>
      </dsp:nvSpPr>
      <dsp:spPr>
        <a:xfrm>
          <a:off x="2891636" y="205875"/>
          <a:ext cx="553710" cy="5537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F493B02-6D48-478B-815B-ACEC50138794}">
      <dsp:nvSpPr>
        <dsp:cNvPr id="0" name=""/>
        <dsp:cNvSpPr/>
      </dsp:nvSpPr>
      <dsp:spPr>
        <a:xfrm>
          <a:off x="2377476"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Key Features:</a:t>
          </a:r>
        </a:p>
      </dsp:txBody>
      <dsp:txXfrm>
        <a:off x="2377476" y="1265836"/>
        <a:ext cx="1582031" cy="632812"/>
      </dsp:txXfrm>
    </dsp:sp>
    <dsp:sp modelId="{1AA175CE-D527-4802-AEEA-144A45A59459}">
      <dsp:nvSpPr>
        <dsp:cNvPr id="0" name=""/>
        <dsp:cNvSpPr/>
      </dsp:nvSpPr>
      <dsp:spPr>
        <a:xfrm>
          <a:off x="4544859" y="211"/>
          <a:ext cx="965039" cy="965039"/>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6C57E4-C1B5-4021-8590-74996CDCDD9A}">
      <dsp:nvSpPr>
        <dsp:cNvPr id="0" name=""/>
        <dsp:cNvSpPr/>
      </dsp:nvSpPr>
      <dsp:spPr>
        <a:xfrm>
          <a:off x="4750523" y="205875"/>
          <a:ext cx="553710" cy="5537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7D7DC57-2EA1-4D00-8AD1-7812352B82F0}">
      <dsp:nvSpPr>
        <dsp:cNvPr id="0" name=""/>
        <dsp:cNvSpPr/>
      </dsp:nvSpPr>
      <dsp:spPr>
        <a:xfrm>
          <a:off x="4236363"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 User authentication (Sign Up / Login)</a:t>
          </a:r>
          <a:endParaRPr lang="en-US" sz="1100" kern="1200" dirty="0"/>
        </a:p>
      </dsp:txBody>
      <dsp:txXfrm>
        <a:off x="4236363" y="1265836"/>
        <a:ext cx="1582031" cy="632812"/>
      </dsp:txXfrm>
    </dsp:sp>
    <dsp:sp modelId="{1EDF6BA5-45C6-4E78-B746-28F09E6C55C8}">
      <dsp:nvSpPr>
        <dsp:cNvPr id="0" name=""/>
        <dsp:cNvSpPr/>
      </dsp:nvSpPr>
      <dsp:spPr>
        <a:xfrm>
          <a:off x="6403746" y="211"/>
          <a:ext cx="965039" cy="965039"/>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0409A3-BF85-4D1D-8B22-D0F7C9EF85CB}">
      <dsp:nvSpPr>
        <dsp:cNvPr id="0" name=""/>
        <dsp:cNvSpPr/>
      </dsp:nvSpPr>
      <dsp:spPr>
        <a:xfrm>
          <a:off x="6609410" y="205875"/>
          <a:ext cx="553710" cy="55371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B495BFE-D2B4-425D-A134-4D4631718ADB}">
      <dsp:nvSpPr>
        <dsp:cNvPr id="0" name=""/>
        <dsp:cNvSpPr/>
      </dsp:nvSpPr>
      <dsp:spPr>
        <a:xfrm>
          <a:off x="6095249"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 Movie browsing and search</a:t>
          </a:r>
          <a:endParaRPr lang="en-US" sz="1100" kern="1200" dirty="0"/>
        </a:p>
      </dsp:txBody>
      <dsp:txXfrm>
        <a:off x="6095249" y="1265836"/>
        <a:ext cx="1582031" cy="632812"/>
      </dsp:txXfrm>
    </dsp:sp>
    <dsp:sp modelId="{6732A88B-01A2-4C42-AA26-F8B9C25A2E8D}">
      <dsp:nvSpPr>
        <dsp:cNvPr id="0" name=""/>
        <dsp:cNvSpPr/>
      </dsp:nvSpPr>
      <dsp:spPr>
        <a:xfrm>
          <a:off x="1756529" y="2294156"/>
          <a:ext cx="965039" cy="965039"/>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78066C-91C9-4A9C-ABEF-22FA6C0FDC33}">
      <dsp:nvSpPr>
        <dsp:cNvPr id="0" name=""/>
        <dsp:cNvSpPr/>
      </dsp:nvSpPr>
      <dsp:spPr>
        <a:xfrm>
          <a:off x="1962193" y="2499820"/>
          <a:ext cx="553710" cy="55371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2A02E28-EB21-4588-B8D6-88B306A2279F}">
      <dsp:nvSpPr>
        <dsp:cNvPr id="0" name=""/>
        <dsp:cNvSpPr/>
      </dsp:nvSpPr>
      <dsp:spPr>
        <a:xfrm>
          <a:off x="1448033" y="3559781"/>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 Add/remove movies to cart</a:t>
          </a:r>
        </a:p>
      </dsp:txBody>
      <dsp:txXfrm>
        <a:off x="1448033" y="3559781"/>
        <a:ext cx="1582031" cy="632812"/>
      </dsp:txXfrm>
    </dsp:sp>
    <dsp:sp modelId="{4B4CA6D1-30FA-46D6-9B2B-2C10A1CC5D6B}">
      <dsp:nvSpPr>
        <dsp:cNvPr id="0" name=""/>
        <dsp:cNvSpPr/>
      </dsp:nvSpPr>
      <dsp:spPr>
        <a:xfrm>
          <a:off x="3615415" y="2294156"/>
          <a:ext cx="965039" cy="965039"/>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732E40-6578-4947-A1B9-8827F8E3009B}">
      <dsp:nvSpPr>
        <dsp:cNvPr id="0" name=""/>
        <dsp:cNvSpPr/>
      </dsp:nvSpPr>
      <dsp:spPr>
        <a:xfrm>
          <a:off x="3821080" y="2499820"/>
          <a:ext cx="553710" cy="55371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0552F83-2E78-4BA2-AD47-F0AD32A9C919}">
      <dsp:nvSpPr>
        <dsp:cNvPr id="0" name=""/>
        <dsp:cNvSpPr/>
      </dsp:nvSpPr>
      <dsp:spPr>
        <a:xfrm>
          <a:off x="3306919" y="3559781"/>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 Secure subscription and checkout</a:t>
          </a:r>
        </a:p>
      </dsp:txBody>
      <dsp:txXfrm>
        <a:off x="3306919" y="3559781"/>
        <a:ext cx="1582031" cy="632812"/>
      </dsp:txXfrm>
    </dsp:sp>
    <dsp:sp modelId="{2CD21450-9C3A-4ABF-BC9B-3C71BCE010C0}">
      <dsp:nvSpPr>
        <dsp:cNvPr id="0" name=""/>
        <dsp:cNvSpPr/>
      </dsp:nvSpPr>
      <dsp:spPr>
        <a:xfrm>
          <a:off x="5474302" y="2294156"/>
          <a:ext cx="965039" cy="965039"/>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C28943-6514-44AD-9C0F-F4866AF08CF0}">
      <dsp:nvSpPr>
        <dsp:cNvPr id="0" name=""/>
        <dsp:cNvSpPr/>
      </dsp:nvSpPr>
      <dsp:spPr>
        <a:xfrm>
          <a:off x="5679966" y="2499820"/>
          <a:ext cx="553710" cy="55371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3AB3CF2-52E5-4574-827C-1D5203B0CD90}">
      <dsp:nvSpPr>
        <dsp:cNvPr id="0" name=""/>
        <dsp:cNvSpPr/>
      </dsp:nvSpPr>
      <dsp:spPr>
        <a:xfrm>
          <a:off x="5165806" y="3559781"/>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 Role-based routing and Google OAuth</a:t>
          </a:r>
        </a:p>
      </dsp:txBody>
      <dsp:txXfrm>
        <a:off x="5165806" y="3559781"/>
        <a:ext cx="1582031" cy="6328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774121-B485-4AE3-A74C-54A38B28206E}">
      <dsp:nvSpPr>
        <dsp:cNvPr id="0" name=""/>
        <dsp:cNvSpPr/>
      </dsp:nvSpPr>
      <dsp:spPr>
        <a:xfrm>
          <a:off x="1033945" y="179467"/>
          <a:ext cx="673945" cy="6739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E037718-BE3B-4806-B001-56D5AA929235}">
      <dsp:nvSpPr>
        <dsp:cNvPr id="0" name=""/>
        <dsp:cNvSpPr/>
      </dsp:nvSpPr>
      <dsp:spPr>
        <a:xfrm>
          <a:off x="622089" y="1078247"/>
          <a:ext cx="1497656" cy="599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kern="1200"/>
            <a:t>Final Implementation: OAuth, routing, credit card entry, checkout</a:t>
          </a:r>
        </a:p>
      </dsp:txBody>
      <dsp:txXfrm>
        <a:off x="622089" y="1078247"/>
        <a:ext cx="1497656" cy="599062"/>
      </dsp:txXfrm>
    </dsp:sp>
    <dsp:sp modelId="{90542A3A-AFDE-426A-89C4-84861472991F}">
      <dsp:nvSpPr>
        <dsp:cNvPr id="0" name=""/>
        <dsp:cNvSpPr/>
      </dsp:nvSpPr>
      <dsp:spPr>
        <a:xfrm>
          <a:off x="2793691" y="179467"/>
          <a:ext cx="673945" cy="6739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F8C3C8-7129-4EEC-B653-C8CADE55451C}">
      <dsp:nvSpPr>
        <dsp:cNvPr id="0" name=""/>
        <dsp:cNvSpPr/>
      </dsp:nvSpPr>
      <dsp:spPr>
        <a:xfrm>
          <a:off x="2381835" y="1078247"/>
          <a:ext cx="1497656" cy="599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kern="1200"/>
            <a:t>Testing and bug fixes</a:t>
          </a:r>
        </a:p>
      </dsp:txBody>
      <dsp:txXfrm>
        <a:off x="2381835" y="1078247"/>
        <a:ext cx="1497656" cy="599062"/>
      </dsp:txXfrm>
    </dsp:sp>
    <dsp:sp modelId="{C0BBC93A-0B9F-433F-BCB4-A0E575468372}">
      <dsp:nvSpPr>
        <dsp:cNvPr id="0" name=""/>
        <dsp:cNvSpPr/>
      </dsp:nvSpPr>
      <dsp:spPr>
        <a:xfrm>
          <a:off x="1913818" y="2051724"/>
          <a:ext cx="673945" cy="67394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45A10C7-C3D8-4EC8-9092-2F5B0D8C3BEB}">
      <dsp:nvSpPr>
        <dsp:cNvPr id="0" name=""/>
        <dsp:cNvSpPr/>
      </dsp:nvSpPr>
      <dsp:spPr>
        <a:xfrm>
          <a:off x="1501962" y="2950503"/>
          <a:ext cx="1497656" cy="599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kern="1200"/>
            <a:t>Final presentation recording</a:t>
          </a:r>
        </a:p>
      </dsp:txBody>
      <dsp:txXfrm>
        <a:off x="1501962" y="2950503"/>
        <a:ext cx="1497656" cy="5990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A795C4-C0FB-4F0F-A021-8F64962A4D2A}">
      <dsp:nvSpPr>
        <dsp:cNvPr id="0" name=""/>
        <dsp:cNvSpPr/>
      </dsp:nvSpPr>
      <dsp:spPr>
        <a:xfrm>
          <a:off x="775" y="554025"/>
          <a:ext cx="1652998" cy="991799"/>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Simple, mobile-friendly layout</a:t>
          </a:r>
        </a:p>
      </dsp:txBody>
      <dsp:txXfrm>
        <a:off x="29824" y="583074"/>
        <a:ext cx="1594900" cy="933701"/>
      </dsp:txXfrm>
    </dsp:sp>
    <dsp:sp modelId="{BBE382DB-7F61-4A96-9B38-284B4998226D}">
      <dsp:nvSpPr>
        <dsp:cNvPr id="0" name=""/>
        <dsp:cNvSpPr/>
      </dsp:nvSpPr>
      <dsp:spPr>
        <a:xfrm>
          <a:off x="1799237" y="844953"/>
          <a:ext cx="350435" cy="409943"/>
        </a:xfrm>
        <a:prstGeom prst="rightArrow">
          <a:avLst>
            <a:gd name="adj1" fmla="val 60000"/>
            <a:gd name="adj2" fmla="val 50000"/>
          </a:avLst>
        </a:prstGeom>
        <a:solidFill>
          <a:schemeClr val="accent3">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99237" y="926942"/>
        <a:ext cx="245305" cy="245965"/>
      </dsp:txXfrm>
    </dsp:sp>
    <dsp:sp modelId="{1D63E433-9567-4097-94B4-68BD0FD52C43}">
      <dsp:nvSpPr>
        <dsp:cNvPr id="0" name=""/>
        <dsp:cNvSpPr/>
      </dsp:nvSpPr>
      <dsp:spPr>
        <a:xfrm>
          <a:off x="2314973" y="554025"/>
          <a:ext cx="1652998" cy="991799"/>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Clear navigation from login to checkout</a:t>
          </a:r>
        </a:p>
      </dsp:txBody>
      <dsp:txXfrm>
        <a:off x="2344022" y="583074"/>
        <a:ext cx="1594900" cy="933701"/>
      </dsp:txXfrm>
    </dsp:sp>
    <dsp:sp modelId="{8187BF97-7DF8-494B-9B01-44A6FD21C08B}">
      <dsp:nvSpPr>
        <dsp:cNvPr id="0" name=""/>
        <dsp:cNvSpPr/>
      </dsp:nvSpPr>
      <dsp:spPr>
        <a:xfrm rot="5400000">
          <a:off x="2966254" y="1661534"/>
          <a:ext cx="350435" cy="409943"/>
        </a:xfrm>
        <a:prstGeom prst="rightArrow">
          <a:avLst>
            <a:gd name="adj1" fmla="val 60000"/>
            <a:gd name="adj2" fmla="val 50000"/>
          </a:avLst>
        </a:prstGeom>
        <a:solidFill>
          <a:schemeClr val="accent3">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3018489" y="1691288"/>
        <a:ext cx="245965" cy="245305"/>
      </dsp:txXfrm>
    </dsp:sp>
    <dsp:sp modelId="{B4CDE56D-519A-48C7-9D79-774BB89AB8F1}">
      <dsp:nvSpPr>
        <dsp:cNvPr id="0" name=""/>
        <dsp:cNvSpPr/>
      </dsp:nvSpPr>
      <dsp:spPr>
        <a:xfrm>
          <a:off x="2314973" y="2207024"/>
          <a:ext cx="1652998" cy="991799"/>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Focus on usability and accessibility</a:t>
          </a:r>
        </a:p>
      </dsp:txBody>
      <dsp:txXfrm>
        <a:off x="2344022" y="2236073"/>
        <a:ext cx="1594900" cy="933701"/>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8467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Good afternoon, my name is Kolton Tarango and I will be presenting my team’s EZTechMovie Streaming Platform for our week 2 assignment.  </a:t>
            </a:r>
          </a:p>
        </p:txBody>
      </p:sp>
    </p:spTree>
    <p:extLst>
      <p:ext uri="{BB962C8B-B14F-4D97-AF65-F5344CB8AC3E}">
        <p14:creationId xmlns:p14="http://schemas.microsoft.com/office/powerpoint/2010/main" val="3429437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Welcome to the EZTechMovie project overview. Our goal is to create a functional, user-friendly movie streaming web application. Users will be able to sign up, log in, search and browse movies, and subscribe through a secure checkout process. Our design includes a cart system, Google OAuth login, and a clear navigational structure.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table provides an overview of the draft Gantt chart we developed as a planning tool. Each of the 14 tasks is listed along with the day it starts, duration in days, and the team member assigned. Tasks were aligned with individual strengths—for instance, Kolton leads on routing, while Erin is responsible for UI components. This chart helped ensure an even workload and a logical sequence of steps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Here is the full Gantt chart visualization. It displays our project schedule from start to finish, with tasks plotted along a time axis. It highlights dependencies—for example, we cannot begin implementation until the wireframe is approved. It also shows which tasks can run concurrently, improving efficiency. This visual tool has been essential in tracking our workflow and ensuring nothing gets missed.</a:t>
            </a:r>
          </a:p>
        </p:txBody>
      </p:sp>
    </p:spTree>
    <p:extLst>
      <p:ext uri="{BB962C8B-B14F-4D97-AF65-F5344CB8AC3E}">
        <p14:creationId xmlns:p14="http://schemas.microsoft.com/office/powerpoint/2010/main" val="21992987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Week 5 is the most intensive phase of our project. It includes major deliverables such as implementing the Google O</a:t>
            </a:r>
            <a:r>
              <a:rPr lang="en-US" dirty="0"/>
              <a:t>pen </a:t>
            </a:r>
            <a:r>
              <a:rPr dirty="0"/>
              <a:t>Auth</a:t>
            </a:r>
            <a:r>
              <a:rPr lang="en-US" dirty="0"/>
              <a:t>orization</a:t>
            </a:r>
            <a:r>
              <a:rPr dirty="0"/>
              <a:t> login, routing logic for authenticated users, and integrating the checkout button. This week also covers final testing, bug fixes, and recording our final presentation. All tasks are coordinated to meet the project deadline.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wireframe illustrates our initial UI structure. The app includes a top navigation bar for seamless access to </a:t>
            </a:r>
            <a:r>
              <a:rPr dirty="0" err="1"/>
              <a:t>StreamList</a:t>
            </a:r>
            <a:r>
              <a:rPr dirty="0"/>
              <a:t>, About, Movies, and Cart pages. Users begin at the Login or Sign-Up screen. Once authenticated, they can browse movies, view descriptions, and access a dedicated checkout page.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navigation design ensures users can easily move through the app—from logging in to managing their cart and completing checkout. We kept the layout mobile-friendly, avoiding visual clutter and supporting accessibility. This structure supports a smooth, intuitive user experience.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conclude, our project combines detailed planning, a strong team structure, and a user-friendly design approach. The Gantt chart has helped us organize and pace our development efforts effectively, while our wireframe guides our UI with clarity and intent. We're confident in our timeline and committed to delivering a polished final product.</a:t>
            </a:r>
          </a:p>
          <a:p>
            <a:endParaRPr lang="en-US" dirty="0"/>
          </a:p>
        </p:txBody>
      </p:sp>
    </p:spTree>
    <p:extLst>
      <p:ext uri="{BB962C8B-B14F-4D97-AF65-F5344CB8AC3E}">
        <p14:creationId xmlns:p14="http://schemas.microsoft.com/office/powerpoint/2010/main" val="2901772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8.jpeg"/><Relationship Id="rId7"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8.jpeg"/><Relationship Id="rId7" Type="http://schemas.openxmlformats.org/officeDocument/2006/relationships/diagramColors" Target="../diagrams/colors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up of a screen&#10;&#10;AI-generated content may be incorrect.">
            <a:extLst>
              <a:ext uri="{FF2B5EF4-FFF2-40B4-BE49-F238E27FC236}">
                <a16:creationId xmlns:a16="http://schemas.microsoft.com/office/drawing/2014/main" id="{CE8ACEFC-0D99-D855-F9CD-C3C7C448A23F}"/>
              </a:ext>
            </a:extLst>
          </p:cNvPr>
          <p:cNvPicPr>
            <a:picLocks noChangeAspect="1"/>
          </p:cNvPicPr>
          <p:nvPr/>
        </p:nvPicPr>
        <p:blipFill>
          <a:blip r:embed="rId3"/>
          <a:srcRect t="9091" r="42474"/>
          <a:stretch>
            <a:fillRect/>
          </a:stretch>
        </p:blipFill>
        <p:spPr>
          <a:xfrm>
            <a:off x="2642616" y="10"/>
            <a:ext cx="6501384" cy="6857990"/>
          </a:xfrm>
          <a:prstGeom prst="rect">
            <a:avLst/>
          </a:prstGeom>
        </p:spPr>
      </p:pic>
      <p:sp>
        <p:nvSpPr>
          <p:cNvPr id="18" name="Rectangle 17">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1745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86184C6-709D-0989-1DC5-205CE193735C}"/>
              </a:ext>
            </a:extLst>
          </p:cNvPr>
          <p:cNvSpPr>
            <a:spLocks noGrp="1"/>
          </p:cNvSpPr>
          <p:nvPr>
            <p:ph type="ctrTitle"/>
          </p:nvPr>
        </p:nvSpPr>
        <p:spPr>
          <a:xfrm>
            <a:off x="278320" y="1161288"/>
            <a:ext cx="4039680" cy="1124712"/>
          </a:xfrm>
        </p:spPr>
        <p:txBody>
          <a:bodyPr vert="horz" lIns="91440" tIns="45720" rIns="91440" bIns="45720" rtlCol="0" anchor="b">
            <a:normAutofit/>
          </a:bodyPr>
          <a:lstStyle/>
          <a:p>
            <a:pPr defTabSz="914400">
              <a:lnSpc>
                <a:spcPct val="90000"/>
              </a:lnSpc>
            </a:pPr>
            <a:r>
              <a:rPr lang="en-US" sz="3000" dirty="0"/>
              <a:t>EZTechMovie Streaming Platform</a:t>
            </a:r>
          </a:p>
        </p:txBody>
      </p:sp>
      <p:sp>
        <p:nvSpPr>
          <p:cNvPr id="20" name="Rectangle 19">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7775" y="674370"/>
            <a:ext cx="73152" cy="411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183" y="2443480"/>
            <a:ext cx="2475738"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27412659-E6AB-FEB9-6DE0-AB6C0448EB7F}"/>
              </a:ext>
            </a:extLst>
          </p:cNvPr>
          <p:cNvSpPr>
            <a:spLocks noGrp="1"/>
          </p:cNvSpPr>
          <p:nvPr>
            <p:ph type="subTitle" idx="1"/>
          </p:nvPr>
        </p:nvSpPr>
        <p:spPr>
          <a:xfrm>
            <a:off x="278320" y="2718054"/>
            <a:ext cx="3379280" cy="3207258"/>
          </a:xfrm>
        </p:spPr>
        <p:txBody>
          <a:bodyPr vert="horz" lIns="91440" tIns="45720" rIns="91440" bIns="45720" rtlCol="0" anchor="t">
            <a:normAutofit/>
          </a:bodyPr>
          <a:lstStyle/>
          <a:p>
            <a:pPr marL="0" marR="0" indent="-228600" defTabSz="914400">
              <a:lnSpc>
                <a:spcPct val="90000"/>
              </a:lnSpc>
              <a:spcAft>
                <a:spcPts val="800"/>
              </a:spcAft>
              <a:buFont typeface="Arial" panose="020B0604020202020204" pitchFamily="34" charset="0"/>
              <a:buChar char="•"/>
            </a:pPr>
            <a:r>
              <a:rPr lang="en-US" sz="1500" dirty="0">
                <a:solidFill>
                  <a:schemeClr val="tx1"/>
                </a:solidFill>
                <a:effectLst/>
              </a:rPr>
              <a:t>University of Arizona Global Campus</a:t>
            </a:r>
          </a:p>
          <a:p>
            <a:pPr marL="0" marR="0" indent="-228600" defTabSz="914400">
              <a:lnSpc>
                <a:spcPct val="90000"/>
              </a:lnSpc>
              <a:spcAft>
                <a:spcPts val="800"/>
              </a:spcAft>
              <a:buFont typeface="Arial" panose="020B0604020202020204" pitchFamily="34" charset="0"/>
              <a:buChar char="•"/>
            </a:pPr>
            <a:r>
              <a:rPr lang="en-US" sz="1500" dirty="0">
                <a:solidFill>
                  <a:schemeClr val="tx1"/>
                </a:solidFill>
                <a:effectLst/>
              </a:rPr>
              <a:t>INT499: Capstone for Information Technology</a:t>
            </a:r>
          </a:p>
          <a:p>
            <a:pPr marL="0" marR="0" indent="-228600" defTabSz="914400">
              <a:lnSpc>
                <a:spcPct val="90000"/>
              </a:lnSpc>
              <a:spcAft>
                <a:spcPts val="800"/>
              </a:spcAft>
              <a:buFont typeface="Arial" panose="020B0604020202020204" pitchFamily="34" charset="0"/>
              <a:buChar char="•"/>
            </a:pPr>
            <a:r>
              <a:rPr lang="en-US" sz="1500" dirty="0">
                <a:solidFill>
                  <a:schemeClr val="tx1"/>
                </a:solidFill>
                <a:effectLst/>
              </a:rPr>
              <a:t>Professor John Russell</a:t>
            </a:r>
          </a:p>
          <a:p>
            <a:pPr marL="0" marR="0" indent="-228600" defTabSz="914400">
              <a:lnSpc>
                <a:spcPct val="90000"/>
              </a:lnSpc>
              <a:spcAft>
                <a:spcPts val="800"/>
              </a:spcAft>
              <a:buFont typeface="Arial" panose="020B0604020202020204" pitchFamily="34" charset="0"/>
              <a:buChar char="•"/>
            </a:pPr>
            <a:r>
              <a:rPr lang="en-US" sz="1500" dirty="0">
                <a:solidFill>
                  <a:schemeClr val="tx1"/>
                </a:solidFill>
                <a:effectLst/>
              </a:rPr>
              <a:t>May 26, 2025</a:t>
            </a:r>
          </a:p>
          <a:p>
            <a:pPr marL="0" marR="0" indent="-228600" defTabSz="914400">
              <a:lnSpc>
                <a:spcPct val="90000"/>
              </a:lnSpc>
              <a:spcAft>
                <a:spcPts val="800"/>
              </a:spcAft>
              <a:buFont typeface="Arial" panose="020B0604020202020204" pitchFamily="34" charset="0"/>
              <a:buChar char="•"/>
            </a:pPr>
            <a:r>
              <a:rPr lang="en-US" sz="1500" dirty="0">
                <a:solidFill>
                  <a:schemeClr val="tx1"/>
                </a:solidFill>
              </a:rPr>
              <a:t>Kolton Tarango, Avery Krouskop, Erin Weathers, and Manuel Ochoa</a:t>
            </a:r>
            <a:endParaRPr lang="en-US" sz="1500" dirty="0">
              <a:solidFill>
                <a:schemeClr val="tx1"/>
              </a:solidFill>
              <a:effectLst/>
            </a:endParaRPr>
          </a:p>
          <a:p>
            <a:pPr marL="0" marR="0" indent="-228600" algn="l" defTabSz="914400">
              <a:lnSpc>
                <a:spcPct val="90000"/>
              </a:lnSpc>
              <a:spcAft>
                <a:spcPts val="800"/>
              </a:spcAft>
              <a:buFont typeface="Arial" panose="020B0604020202020204" pitchFamily="34" charset="0"/>
              <a:buChar char="•"/>
            </a:pPr>
            <a:endParaRPr lang="en-US" sz="1500" dirty="0">
              <a:solidFill>
                <a:schemeClr val="tx1"/>
              </a:solidFill>
              <a:effectLst/>
            </a:endParaRPr>
          </a:p>
          <a:p>
            <a:pPr indent="-228600" algn="l" defTabSz="914400">
              <a:lnSpc>
                <a:spcPct val="90000"/>
              </a:lnSpc>
              <a:buFont typeface="Arial" panose="020B0604020202020204" pitchFamily="34" charset="0"/>
              <a:buChar char="•"/>
            </a:pPr>
            <a:endParaRPr lang="en-US" sz="1500" dirty="0">
              <a:solidFill>
                <a:schemeClr val="tx1"/>
              </a:solidFill>
            </a:endParaRPr>
          </a:p>
        </p:txBody>
      </p:sp>
    </p:spTree>
    <p:extLst>
      <p:ext uri="{BB962C8B-B14F-4D97-AF65-F5344CB8AC3E}">
        <p14:creationId xmlns:p14="http://schemas.microsoft.com/office/powerpoint/2010/main" val="2831088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EZTechMovie Streaming Platform</a:t>
            </a:r>
            <a:endParaRPr lang="en-US" sz="3500" dirty="0">
              <a:solidFill>
                <a:srgbClr val="FFFFFF"/>
              </a:solidFill>
            </a:endParaRPr>
          </a:p>
        </p:txBody>
      </p:sp>
      <p:graphicFrame>
        <p:nvGraphicFramePr>
          <p:cNvPr id="5" name="Content Placeholder 2">
            <a:extLst>
              <a:ext uri="{FF2B5EF4-FFF2-40B4-BE49-F238E27FC236}">
                <a16:creationId xmlns:a16="http://schemas.microsoft.com/office/drawing/2014/main" id="{49447BA9-18CD-DADD-D9D1-642CA1096DB6}"/>
              </a:ext>
            </a:extLst>
          </p:cNvPr>
          <p:cNvGraphicFramePr>
            <a:graphicFrameLocks noGrp="1"/>
          </p:cNvGraphicFramePr>
          <p:nvPr>
            <p:ph idx="1"/>
            <p:extLst>
              <p:ext uri="{D42A27DB-BD31-4B8C-83A1-F6EECF244321}">
                <p14:modId xmlns:p14="http://schemas.microsoft.com/office/powerpoint/2010/main" val="1914506979"/>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5087" y="331097"/>
            <a:ext cx="5074357" cy="886718"/>
          </a:xfrm>
        </p:spPr>
        <p:txBody>
          <a:bodyPr anchor="b">
            <a:normAutofit/>
          </a:bodyPr>
          <a:lstStyle/>
          <a:p>
            <a:r>
              <a:rPr lang="en-US" sz="3500" dirty="0"/>
              <a:t>Project Timeline and Tasks</a:t>
            </a:r>
          </a:p>
        </p:txBody>
      </p:sp>
      <p:sp>
        <p:nvSpPr>
          <p:cNvPr id="3" name="Content Placeholder 2"/>
          <p:cNvSpPr>
            <a:spLocks noGrp="1"/>
          </p:cNvSpPr>
          <p:nvPr>
            <p:ph idx="1"/>
          </p:nvPr>
        </p:nvSpPr>
        <p:spPr>
          <a:xfrm>
            <a:off x="908889" y="1432631"/>
            <a:ext cx="3986392" cy="1884148"/>
          </a:xfrm>
        </p:spPr>
        <p:txBody>
          <a:bodyPr anchor="t">
            <a:normAutofit/>
          </a:bodyPr>
          <a:lstStyle/>
          <a:p>
            <a:r>
              <a:rPr lang="en-US" sz="1700" dirty="0"/>
              <a:t>14 Tasks across 5 weeks</a:t>
            </a:r>
          </a:p>
          <a:p>
            <a:r>
              <a:rPr lang="en-US" sz="1700" dirty="0"/>
              <a:t>Tasks include planning, UI design, backend logic, and deployment</a:t>
            </a:r>
          </a:p>
          <a:p>
            <a:r>
              <a:rPr lang="en-US" sz="1700" dirty="0"/>
              <a:t>Tasks assigned to Erin, Kolton, Manuel, and Avery</a:t>
            </a:r>
          </a:p>
        </p:txBody>
      </p:sp>
      <p:sp>
        <p:nvSpPr>
          <p:cNvPr id="19" name="Rectangle 18">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5"/>
            <a:ext cx="306939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
            <a:ext cx="306939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2"/>
            <a:ext cx="3051501"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0"/>
            <a:ext cx="2708601"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screenshot of a computer screen&#10;&#10;AI-generated content may be incorrect.">
            <a:extLst>
              <a:ext uri="{FF2B5EF4-FFF2-40B4-BE49-F238E27FC236}">
                <a16:creationId xmlns:a16="http://schemas.microsoft.com/office/drawing/2014/main" id="{2175A512-1906-5DC8-8D81-9F5C0F25B16D}"/>
              </a:ext>
            </a:extLst>
          </p:cNvPr>
          <p:cNvPicPr>
            <a:picLocks noChangeAspect="1"/>
          </p:cNvPicPr>
          <p:nvPr/>
        </p:nvPicPr>
        <p:blipFill>
          <a:blip r:embed="rId3"/>
          <a:stretch>
            <a:fillRect/>
          </a:stretch>
        </p:blipFill>
        <p:spPr>
          <a:xfrm>
            <a:off x="26825" y="2939292"/>
            <a:ext cx="6038850" cy="372731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F2909-2A21-AA55-6DF4-B91F1498EB90}"/>
              </a:ext>
            </a:extLst>
          </p:cNvPr>
          <p:cNvSpPr>
            <a:spLocks noGrp="1"/>
          </p:cNvSpPr>
          <p:nvPr>
            <p:ph type="title"/>
          </p:nvPr>
        </p:nvSpPr>
        <p:spPr/>
        <p:txBody>
          <a:bodyPr/>
          <a:lstStyle/>
          <a:p>
            <a:r>
              <a:rPr lang="en-US"/>
              <a:t>Visual Gantt Chart Layout</a:t>
            </a:r>
            <a:endParaRPr lang="en-US" dirty="0"/>
          </a:p>
        </p:txBody>
      </p:sp>
      <p:pic>
        <p:nvPicPr>
          <p:cNvPr id="5" name="Content Placeholder 4" descr="A screenshot of a computer screen&#10;&#10;AI-generated content may be incorrect.">
            <a:extLst>
              <a:ext uri="{FF2B5EF4-FFF2-40B4-BE49-F238E27FC236}">
                <a16:creationId xmlns:a16="http://schemas.microsoft.com/office/drawing/2014/main" id="{82A621D7-943D-7053-8B51-4CBA7F50B173}"/>
              </a:ext>
            </a:extLst>
          </p:cNvPr>
          <p:cNvPicPr>
            <a:picLocks noGrp="1" noChangeAspect="1"/>
          </p:cNvPicPr>
          <p:nvPr>
            <p:ph idx="1"/>
          </p:nvPr>
        </p:nvPicPr>
        <p:blipFill>
          <a:blip r:embed="rId3"/>
          <a:stretch>
            <a:fillRect/>
          </a:stretch>
        </p:blipFill>
        <p:spPr>
          <a:xfrm>
            <a:off x="575671" y="1600200"/>
            <a:ext cx="7992657" cy="4525963"/>
          </a:xfrm>
        </p:spPr>
      </p:pic>
    </p:spTree>
    <p:extLst>
      <p:ext uri="{BB962C8B-B14F-4D97-AF65-F5344CB8AC3E}">
        <p14:creationId xmlns:p14="http://schemas.microsoft.com/office/powerpoint/2010/main" val="3218685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7509" y="723898"/>
            <a:ext cx="4501582" cy="1495425"/>
          </a:xfrm>
        </p:spPr>
        <p:txBody>
          <a:bodyPr>
            <a:normAutofit/>
          </a:bodyPr>
          <a:lstStyle/>
          <a:p>
            <a:r>
              <a:rPr lang="en-US" sz="3500"/>
              <a:t>Week 5 Key Deliverables</a:t>
            </a:r>
          </a:p>
        </p:txBody>
      </p:sp>
      <p:pic>
        <p:nvPicPr>
          <p:cNvPr id="17" name="Picture 16">
            <a:extLst>
              <a:ext uri="{FF2B5EF4-FFF2-40B4-BE49-F238E27FC236}">
                <a16:creationId xmlns:a16="http://schemas.microsoft.com/office/drawing/2014/main" id="{8DC24494-7221-5995-2B76-25E4F44BD763}"/>
              </a:ext>
            </a:extLst>
          </p:cNvPr>
          <p:cNvPicPr>
            <a:picLocks noChangeAspect="1"/>
          </p:cNvPicPr>
          <p:nvPr/>
        </p:nvPicPr>
        <p:blipFill>
          <a:blip r:embed="rId3"/>
          <a:srcRect l="41704" r="21851" b="-1"/>
          <a:stretch>
            <a:fillRect/>
          </a:stretch>
        </p:blipFill>
        <p:spPr>
          <a:xfrm>
            <a:off x="5399580" y="10"/>
            <a:ext cx="3744420" cy="6857990"/>
          </a:xfrm>
          <a:prstGeom prst="rect">
            <a:avLst/>
          </a:prstGeom>
          <a:effectLst/>
        </p:spPr>
      </p:pic>
      <p:graphicFrame>
        <p:nvGraphicFramePr>
          <p:cNvPr id="5" name="Content Placeholder 2">
            <a:extLst>
              <a:ext uri="{FF2B5EF4-FFF2-40B4-BE49-F238E27FC236}">
                <a16:creationId xmlns:a16="http://schemas.microsoft.com/office/drawing/2014/main" id="{476FB1FF-22B4-859B-12E1-242B63C132DD}"/>
              </a:ext>
            </a:extLst>
          </p:cNvPr>
          <p:cNvGraphicFramePr>
            <a:graphicFrameLocks noGrp="1"/>
          </p:cNvGraphicFramePr>
          <p:nvPr>
            <p:ph idx="1"/>
            <p:extLst>
              <p:ext uri="{D42A27DB-BD31-4B8C-83A1-F6EECF244321}">
                <p14:modId xmlns:p14="http://schemas.microsoft.com/office/powerpoint/2010/main" val="3904956624"/>
              </p:ext>
            </p:extLst>
          </p:nvPr>
        </p:nvGraphicFramePr>
        <p:xfrm>
          <a:off x="627510" y="2405067"/>
          <a:ext cx="4501582" cy="372903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913B067F-3154-4968-A886-DF93A787E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75420"/>
            <a:ext cx="9036544" cy="4093306"/>
            <a:chOff x="1" y="2075420"/>
            <a:chExt cx="12048729" cy="4093306"/>
          </a:xfrm>
        </p:grpSpPr>
        <p:sp>
          <p:nvSpPr>
            <p:cNvPr id="24" name="Oval 23">
              <a:extLst>
                <a:ext uri="{FF2B5EF4-FFF2-40B4-BE49-F238E27FC236}">
                  <a16:creationId xmlns:a16="http://schemas.microsoft.com/office/drawing/2014/main" id="{97583D6C-C05B-47AB-8540-B2700B82A4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6501AD91-D973-4968-95E4-4C26CFDF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C165989-F5FE-4BB6-9817-E7828CB1D6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B0649CC-B912-4E82-BEA0-DA75ECB19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6BA08C17-C9A5-4FA8-ABC4-44FB3B869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70DEAC6C-553C-437E-BC17-D4495233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Rectangle 39">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479052" y="1131512"/>
            <a:ext cx="2796461" cy="533439"/>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444654" y="317578"/>
            <a:ext cx="411480" cy="549007"/>
            <a:chOff x="7029447" y="3514725"/>
            <a:chExt cx="1285875" cy="549007"/>
          </a:xfrm>
        </p:grpSpPr>
        <p:cxnSp>
          <p:nvCxnSpPr>
            <p:cNvPr id="34" name="Straight Connector 33">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9" name="Rectangle 38">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6140785"/>
            <a:ext cx="4571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45785" y="5940560"/>
            <a:ext cx="1285875" cy="549007"/>
            <a:chOff x="7029447" y="3514725"/>
            <a:chExt cx="1285875" cy="549007"/>
          </a:xfrm>
        </p:grpSpPr>
        <p:cxnSp>
          <p:nvCxnSpPr>
            <p:cNvPr id="42" name="Straight Connector 41">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473201" y="4018137"/>
            <a:ext cx="3803416" cy="2129586"/>
          </a:xfrm>
          <a:noFill/>
        </p:spPr>
        <p:txBody>
          <a:bodyPr anchor="t">
            <a:normAutofit/>
          </a:bodyPr>
          <a:lstStyle/>
          <a:p>
            <a:pPr algn="l"/>
            <a:r>
              <a:rPr lang="en-US" sz="4200">
                <a:solidFill>
                  <a:schemeClr val="bg1"/>
                </a:solidFill>
              </a:rPr>
              <a:t>Interface Design Outline</a:t>
            </a:r>
          </a:p>
        </p:txBody>
      </p:sp>
      <p:pic>
        <p:nvPicPr>
          <p:cNvPr id="9" name="Picture 8" descr="A screenshot of a cell phone&#10;&#10;AI-generated content may be incorrect.">
            <a:extLst>
              <a:ext uri="{FF2B5EF4-FFF2-40B4-BE49-F238E27FC236}">
                <a16:creationId xmlns:a16="http://schemas.microsoft.com/office/drawing/2014/main" id="{336038DF-7E8F-88C9-A08E-6501A1093545}"/>
              </a:ext>
            </a:extLst>
          </p:cNvPr>
          <p:cNvPicPr>
            <a:picLocks noChangeAspect="1"/>
          </p:cNvPicPr>
          <p:nvPr/>
        </p:nvPicPr>
        <p:blipFill>
          <a:blip r:embed="rId3"/>
          <a:stretch>
            <a:fillRect/>
          </a:stretch>
        </p:blipFill>
        <p:spPr>
          <a:xfrm>
            <a:off x="581791" y="617779"/>
            <a:ext cx="7915754" cy="3265248"/>
          </a:xfrm>
          <a:prstGeom prst="rect">
            <a:avLst/>
          </a:prstGeom>
        </p:spPr>
      </p:pic>
      <p:grpSp>
        <p:nvGrpSpPr>
          <p:cNvPr id="47" name="Group 46">
            <a:extLst>
              <a:ext uri="{FF2B5EF4-FFF2-40B4-BE49-F238E27FC236}">
                <a16:creationId xmlns:a16="http://schemas.microsoft.com/office/drawing/2014/main" id="{1F4E1649-4D1F-4A91-AF97-A254BFDD52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17544" y="830625"/>
            <a:ext cx="304800" cy="322326"/>
            <a:chOff x="215328" y="-46937"/>
            <a:chExt cx="304800" cy="2773841"/>
          </a:xfrm>
        </p:grpSpPr>
        <p:cxnSp>
          <p:nvCxnSpPr>
            <p:cNvPr id="48" name="Straight Connector 47">
              <a:extLst>
                <a:ext uri="{FF2B5EF4-FFF2-40B4-BE49-F238E27FC236}">
                  <a16:creationId xmlns:a16="http://schemas.microsoft.com/office/drawing/2014/main" id="{FE483602-62F9-474D-9C9B-5EE4CD7671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D7D1AC0-A6C7-40E3-9841-F34AC831A4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F951C4DD-7427-497D-9DE3-9D731D3F45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EE18298-0BF5-4D7A-921A-2F4186E8D9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53" name="Oval 52">
            <a:extLst>
              <a:ext uri="{FF2B5EF4-FFF2-40B4-BE49-F238E27FC236}">
                <a16:creationId xmlns:a16="http://schemas.microsoft.com/office/drawing/2014/main" id="{773AEA78-C03B-40B7-9D11-DC022119D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600000">
            <a:off x="7613133" y="4270841"/>
            <a:ext cx="1423414" cy="1897885"/>
          </a:xfrm>
          <a:prstGeom prst="ellipse">
            <a:avLst/>
          </a:prstGeom>
          <a:gradFill>
            <a:gsLst>
              <a:gs pos="0">
                <a:schemeClr val="tx2">
                  <a:lumMod val="75000"/>
                  <a:alpha val="10000"/>
                </a:schemeClr>
              </a:gs>
              <a:gs pos="100000">
                <a:schemeClr val="tx2">
                  <a:lumMod val="60000"/>
                  <a:lumOff val="4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443978" y="4018143"/>
            <a:ext cx="4161833" cy="2129599"/>
          </a:xfrm>
          <a:noFill/>
        </p:spPr>
        <p:txBody>
          <a:bodyPr anchor="t">
            <a:normAutofit/>
          </a:bodyPr>
          <a:lstStyle/>
          <a:p>
            <a:r>
              <a:rPr lang="en-US" sz="1600">
                <a:solidFill>
                  <a:schemeClr val="bg1"/>
                </a:solidFill>
              </a:rPr>
              <a:t>Login/Sign-Up Page</a:t>
            </a:r>
          </a:p>
          <a:p>
            <a:r>
              <a:rPr lang="en-US" sz="1600">
                <a:solidFill>
                  <a:schemeClr val="bg1"/>
                </a:solidFill>
              </a:rPr>
              <a:t>Home page with navbar: StreamList | About | Movies | Cart</a:t>
            </a:r>
          </a:p>
          <a:p>
            <a:r>
              <a:rPr lang="en-US" sz="1600">
                <a:solidFill>
                  <a:schemeClr val="bg1"/>
                </a:solidFill>
              </a:rPr>
              <a:t>Movie detail view with title and description</a:t>
            </a:r>
          </a:p>
          <a:p>
            <a:r>
              <a:rPr lang="en-US" sz="1600">
                <a:solidFill>
                  <a:schemeClr val="bg1"/>
                </a:solidFill>
              </a:rPr>
              <a:t>Checkout page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13299" y="490537"/>
            <a:ext cx="3968748" cy="1628775"/>
          </a:xfrm>
        </p:spPr>
        <p:txBody>
          <a:bodyPr anchor="b">
            <a:normAutofit/>
          </a:bodyPr>
          <a:lstStyle/>
          <a:p>
            <a:r>
              <a:rPr lang="en-US" sz="3500"/>
              <a:t>User Journey</a:t>
            </a:r>
          </a:p>
        </p:txBody>
      </p:sp>
      <p:pic>
        <p:nvPicPr>
          <p:cNvPr id="17" name="Picture 16">
            <a:extLst>
              <a:ext uri="{FF2B5EF4-FFF2-40B4-BE49-F238E27FC236}">
                <a16:creationId xmlns:a16="http://schemas.microsoft.com/office/drawing/2014/main" id="{BA8A1871-3DAD-CCD6-97B1-07DEADF0BBDC}"/>
              </a:ext>
            </a:extLst>
          </p:cNvPr>
          <p:cNvPicPr>
            <a:picLocks noChangeAspect="1"/>
          </p:cNvPicPr>
          <p:nvPr/>
        </p:nvPicPr>
        <p:blipFill>
          <a:blip r:embed="rId3"/>
          <a:srcRect l="37671" r="17818" b="-2"/>
          <a:stretch>
            <a:fillRect/>
          </a:stretch>
        </p:blipFill>
        <p:spPr>
          <a:xfrm>
            <a:off x="1" y="1587"/>
            <a:ext cx="4571999" cy="6856413"/>
          </a:xfrm>
          <a:custGeom>
            <a:avLst/>
            <a:gdLst/>
            <a:ahLst/>
            <a:cxnLst/>
            <a:rect l="l" t="t" r="r" b="b"/>
            <a:pathLst>
              <a:path w="6649908" h="6856413">
                <a:moveTo>
                  <a:pt x="0" y="0"/>
                </a:moveTo>
                <a:lnTo>
                  <a:pt x="6559859" y="0"/>
                </a:lnTo>
                <a:lnTo>
                  <a:pt x="6572145" y="79394"/>
                </a:lnTo>
                <a:cubicBezTo>
                  <a:pt x="6857782" y="2230562"/>
                  <a:pt x="6243159" y="4473353"/>
                  <a:pt x="6528796" y="6624522"/>
                </a:cubicBezTo>
                <a:lnTo>
                  <a:pt x="6564680" y="6856413"/>
                </a:lnTo>
                <a:lnTo>
                  <a:pt x="0" y="6856413"/>
                </a:lnTo>
                <a:close/>
              </a:path>
            </a:pathLst>
          </a:custGeom>
        </p:spPr>
      </p:pic>
      <p:graphicFrame>
        <p:nvGraphicFramePr>
          <p:cNvPr id="5" name="Content Placeholder 2">
            <a:extLst>
              <a:ext uri="{FF2B5EF4-FFF2-40B4-BE49-F238E27FC236}">
                <a16:creationId xmlns:a16="http://schemas.microsoft.com/office/drawing/2014/main" id="{3376D1F1-35A0-8877-DBA0-8C475A95AEC6}"/>
              </a:ext>
            </a:extLst>
          </p:cNvPr>
          <p:cNvGraphicFramePr>
            <a:graphicFrameLocks noGrp="1"/>
          </p:cNvGraphicFramePr>
          <p:nvPr>
            <p:ph idx="1"/>
            <p:extLst>
              <p:ext uri="{D42A27DB-BD31-4B8C-83A1-F6EECF244321}">
                <p14:modId xmlns:p14="http://schemas.microsoft.com/office/powerpoint/2010/main" val="2193388553"/>
              </p:ext>
            </p:extLst>
          </p:nvPr>
        </p:nvGraphicFramePr>
        <p:xfrm>
          <a:off x="4813300" y="2614612"/>
          <a:ext cx="3968747" cy="375284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rson writing on a notepad">
            <a:extLst>
              <a:ext uri="{FF2B5EF4-FFF2-40B4-BE49-F238E27FC236}">
                <a16:creationId xmlns:a16="http://schemas.microsoft.com/office/drawing/2014/main" id="{4CC7414C-60F9-F558-6C66-8010C5B75D15}"/>
              </a:ext>
            </a:extLst>
          </p:cNvPr>
          <p:cNvPicPr>
            <a:picLocks noChangeAspect="1"/>
          </p:cNvPicPr>
          <p:nvPr/>
        </p:nvPicPr>
        <p:blipFill>
          <a:blip r:embed="rId3"/>
          <a:srcRect l="11789" r="4405"/>
          <a:stretch>
            <a:fillRect/>
          </a:stretch>
        </p:blipFill>
        <p:spPr>
          <a:xfrm>
            <a:off x="1891767" y="10"/>
            <a:ext cx="7252231" cy="6857990"/>
          </a:xfrm>
          <a:prstGeom prst="rect">
            <a:avLst/>
          </a:prstGeom>
        </p:spPr>
      </p:pic>
      <p:sp>
        <p:nvSpPr>
          <p:cNvPr id="11" name="Rectangle 1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542696"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8C5DDB3-6B9B-8FE8-C5BC-D07FF307E3C1}"/>
              </a:ext>
            </a:extLst>
          </p:cNvPr>
          <p:cNvSpPr>
            <a:spLocks noGrp="1"/>
          </p:cNvSpPr>
          <p:nvPr>
            <p:ph type="title"/>
          </p:nvPr>
        </p:nvSpPr>
        <p:spPr>
          <a:xfrm>
            <a:off x="628650" y="365125"/>
            <a:ext cx="2866641" cy="1899912"/>
          </a:xfrm>
        </p:spPr>
        <p:txBody>
          <a:bodyPr>
            <a:normAutofit/>
          </a:bodyPr>
          <a:lstStyle/>
          <a:p>
            <a:r>
              <a:rPr lang="en-US" sz="3500" dirty="0"/>
              <a:t>Wrapping Up Content</a:t>
            </a:r>
            <a:br>
              <a:rPr lang="en-US" sz="3500" dirty="0"/>
            </a:br>
            <a:endParaRPr lang="en-US" sz="3500" dirty="0"/>
          </a:p>
        </p:txBody>
      </p:sp>
      <p:sp>
        <p:nvSpPr>
          <p:cNvPr id="3" name="Content Placeholder 2">
            <a:extLst>
              <a:ext uri="{FF2B5EF4-FFF2-40B4-BE49-F238E27FC236}">
                <a16:creationId xmlns:a16="http://schemas.microsoft.com/office/drawing/2014/main" id="{11CB128A-9972-6975-357D-096F8615A50C}"/>
              </a:ext>
            </a:extLst>
          </p:cNvPr>
          <p:cNvSpPr>
            <a:spLocks noGrp="1"/>
          </p:cNvSpPr>
          <p:nvPr>
            <p:ph idx="1"/>
          </p:nvPr>
        </p:nvSpPr>
        <p:spPr>
          <a:xfrm>
            <a:off x="628650" y="2434201"/>
            <a:ext cx="3441700" cy="3742762"/>
          </a:xfrm>
        </p:spPr>
        <p:txBody>
          <a:bodyPr>
            <a:normAutofit/>
          </a:bodyPr>
          <a:lstStyle/>
          <a:p>
            <a:pPr>
              <a:buFont typeface="Arial" panose="020B0604020202020204" pitchFamily="34" charset="0"/>
              <a:buChar char="•"/>
            </a:pPr>
            <a:r>
              <a:rPr lang="en-US" sz="1700" dirty="0"/>
              <a:t>Strong planning with Gantt chart and task allocation</a:t>
            </a:r>
          </a:p>
          <a:p>
            <a:pPr>
              <a:buFont typeface="Arial" panose="020B0604020202020204" pitchFamily="34" charset="0"/>
              <a:buChar char="•"/>
            </a:pPr>
            <a:r>
              <a:rPr lang="en-US" sz="1700" dirty="0"/>
              <a:t>Clear, user-focused interface design</a:t>
            </a:r>
          </a:p>
          <a:p>
            <a:pPr>
              <a:buFont typeface="Arial" panose="020B0604020202020204" pitchFamily="34" charset="0"/>
              <a:buChar char="•"/>
            </a:pPr>
            <a:r>
              <a:rPr lang="en-US" sz="1700" dirty="0"/>
              <a:t>On track for successful and timely project delivery</a:t>
            </a:r>
          </a:p>
          <a:p>
            <a:endParaRPr lang="en-US" sz="1700" dirty="0"/>
          </a:p>
        </p:txBody>
      </p:sp>
    </p:spTree>
    <p:extLst>
      <p:ext uri="{BB962C8B-B14F-4D97-AF65-F5344CB8AC3E}">
        <p14:creationId xmlns:p14="http://schemas.microsoft.com/office/powerpoint/2010/main" val="13167684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238</TotalTime>
  <Words>669</Words>
  <Application>Microsoft Office PowerPoint</Application>
  <PresentationFormat>On-screen Show (4:3)</PresentationFormat>
  <Paragraphs>44</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EZTechMovie Streaming Platform</vt:lpstr>
      <vt:lpstr>EZTechMovie Streaming Platform</vt:lpstr>
      <vt:lpstr>Project Timeline and Tasks</vt:lpstr>
      <vt:lpstr>Visual Gantt Chart Layout</vt:lpstr>
      <vt:lpstr>Week 5 Key Deliverables</vt:lpstr>
      <vt:lpstr>Interface Design Outline</vt:lpstr>
      <vt:lpstr>User Journey</vt:lpstr>
      <vt:lpstr>Wrapping Up Content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Kolton Tarango</dc:creator>
  <cp:keywords/>
  <dc:description>generated using python-pptx</dc:description>
  <cp:lastModifiedBy>Kolton Tarango</cp:lastModifiedBy>
  <cp:revision>18</cp:revision>
  <dcterms:created xsi:type="dcterms:W3CDTF">2013-01-27T09:14:16Z</dcterms:created>
  <dcterms:modified xsi:type="dcterms:W3CDTF">2025-05-26T20:31:37Z</dcterms:modified>
  <cp:category/>
</cp:coreProperties>
</file>